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c90e2d0c8b44c4" /><Relationship Type="http://schemas.openxmlformats.org/officeDocument/2006/relationships/extended-properties" Target="/docProps/app.xml" Id="R795af1cb207a42a4" /><Relationship Type="http://schemas.openxmlformats.org/officeDocument/2006/relationships/officeDocument" Target="/ppt/presentation.xml" Id="R13ffda7f32ac45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65a1fd8e0947f7"/>
  </p:sldMasterIdLst>
  <p:notesMasterIdLst>
    <p:notesMasterId xmlns:r="http://schemas.openxmlformats.org/officeDocument/2006/relationships" r:id="Rb9e41b3ed9994d4f"/>
  </p:notesMasterIdLst>
  <p:sldIdLst>
    <p:sldId xmlns:r="http://schemas.openxmlformats.org/officeDocument/2006/relationships" id="256" r:id="R3d2f9a3d9e8d4ffb"/>
    <p:sldId xmlns:r="http://schemas.openxmlformats.org/officeDocument/2006/relationships" id="257" r:id="R625401855744439b"/>
    <p:sldId xmlns:r="http://schemas.openxmlformats.org/officeDocument/2006/relationships" id="258" r:id="R6c2c0a46659b4413"/>
    <p:sldId xmlns:r="http://schemas.openxmlformats.org/officeDocument/2006/relationships" id="259" r:id="Rf3ff1fb0e53a46db"/>
    <p:sldId xmlns:r="http://schemas.openxmlformats.org/officeDocument/2006/relationships" id="260" r:id="Ra94df65598594a2d"/>
    <p:sldId xmlns:r="http://schemas.openxmlformats.org/officeDocument/2006/relationships" id="261" r:id="R77cd1ac393e74507"/>
    <p:sldId xmlns:r="http://schemas.openxmlformats.org/officeDocument/2006/relationships" id="262" r:id="R6c815dff83084a11"/>
    <p:sldId xmlns:r="http://schemas.openxmlformats.org/officeDocument/2006/relationships" id="263" r:id="Rf6183e5541f04da4"/>
    <p:sldId xmlns:r="http://schemas.openxmlformats.org/officeDocument/2006/relationships" id="264" r:id="R73da14d922ab474c"/>
    <p:sldId xmlns:r="http://schemas.openxmlformats.org/officeDocument/2006/relationships" id="265" r:id="R24a81547e67a4546"/>
    <p:sldId xmlns:r="http://schemas.openxmlformats.org/officeDocument/2006/relationships" id="266" r:id="R6e75e64fb2c042e8"/>
    <p:sldId xmlns:r="http://schemas.openxmlformats.org/officeDocument/2006/relationships" id="267" r:id="R3267a969b40f42fb"/>
    <p:sldId xmlns:r="http://schemas.openxmlformats.org/officeDocument/2006/relationships" id="268" r:id="R34247c2529aa441c"/>
    <p:sldId xmlns:r="http://schemas.openxmlformats.org/officeDocument/2006/relationships" id="269" r:id="R97d469b901234e48"/>
    <p:sldId xmlns:r="http://schemas.openxmlformats.org/officeDocument/2006/relationships" id="270" r:id="R34cb0e7a8d1b4a63"/>
    <p:sldId xmlns:r="http://schemas.openxmlformats.org/officeDocument/2006/relationships" id="271" r:id="R96bb87430db4456b"/>
    <p:sldId xmlns:r="http://schemas.openxmlformats.org/officeDocument/2006/relationships" id="272" r:id="Rb4890b36f305458a"/>
    <p:sldId xmlns:r="http://schemas.openxmlformats.org/officeDocument/2006/relationships" id="273" r:id="Rcb0640989539491e"/>
    <p:sldId xmlns:r="http://schemas.openxmlformats.org/officeDocument/2006/relationships" id="274" r:id="R8e329c89e11e4881"/>
    <p:sldId xmlns:r="http://schemas.openxmlformats.org/officeDocument/2006/relationships" id="275" r:id="R827a0cef27be4a67"/>
    <p:sldId xmlns:r="http://schemas.openxmlformats.org/officeDocument/2006/relationships" id="276" r:id="Rba9498bd407c4452"/>
    <p:sldId xmlns:r="http://schemas.openxmlformats.org/officeDocument/2006/relationships" id="277" r:id="R3c970834ca3d4c55"/>
    <p:sldId xmlns:r="http://schemas.openxmlformats.org/officeDocument/2006/relationships" id="278" r:id="R113cf720bdd7470b"/>
    <p:sldId xmlns:r="http://schemas.openxmlformats.org/officeDocument/2006/relationships" id="279" r:id="Rbdcd09ff134d4332"/>
    <p:sldId xmlns:r="http://schemas.openxmlformats.org/officeDocument/2006/relationships" id="280" r:id="R4b7ed894e8aa4c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5a73adc8bb435a" /><Relationship Type="http://schemas.openxmlformats.org/officeDocument/2006/relationships/slideMaster" Target="/ppt/slideMasters/slideMaster1.xml" Id="Rcd65a1fd8e0947f7" /><Relationship Type="http://schemas.openxmlformats.org/officeDocument/2006/relationships/notesMaster" Target="/ppt/notesMasters/notesMaster1.xml" Id="Rb9e41b3ed9994d4f" /><Relationship Type="http://schemas.openxmlformats.org/officeDocument/2006/relationships/presProps" Target="/ppt/presProps.xml" Id="R8585d25f96774279" /><Relationship Type="http://schemas.openxmlformats.org/officeDocument/2006/relationships/viewProps" Target="/ppt/viewProps.xml" Id="R19f2e20f8ec141b1" /><Relationship Type="http://schemas.openxmlformats.org/officeDocument/2006/relationships/tableStyles" Target="/ppt/tableStyles.xml" Id="R55183877230b43cb" /><Relationship Type="http://schemas.openxmlformats.org/officeDocument/2006/relationships/slide" Target="/ppt/slides/slide1.xml" Id="R3d2f9a3d9e8d4ffb" /><Relationship Type="http://schemas.openxmlformats.org/officeDocument/2006/relationships/slide" Target="/ppt/slides/slide2.xml" Id="R625401855744439b" /><Relationship Type="http://schemas.openxmlformats.org/officeDocument/2006/relationships/slide" Target="/ppt/slides/slide3.xml" Id="R6c2c0a46659b4413" /><Relationship Type="http://schemas.openxmlformats.org/officeDocument/2006/relationships/slide" Target="/ppt/slides/slide4.xml" Id="Rf3ff1fb0e53a46db" /><Relationship Type="http://schemas.openxmlformats.org/officeDocument/2006/relationships/slide" Target="/ppt/slides/slide5.xml" Id="Ra94df65598594a2d" /><Relationship Type="http://schemas.openxmlformats.org/officeDocument/2006/relationships/slide" Target="/ppt/slides/slide6.xml" Id="R77cd1ac393e74507" /><Relationship Type="http://schemas.openxmlformats.org/officeDocument/2006/relationships/slide" Target="/ppt/slides/slide7.xml" Id="R6c815dff83084a11" /><Relationship Type="http://schemas.openxmlformats.org/officeDocument/2006/relationships/slide" Target="/ppt/slides/slide8.xml" Id="Rf6183e5541f04da4" /><Relationship Type="http://schemas.openxmlformats.org/officeDocument/2006/relationships/slide" Target="/ppt/slides/slide9.xml" Id="R73da14d922ab474c" /><Relationship Type="http://schemas.openxmlformats.org/officeDocument/2006/relationships/slide" Target="/ppt/slides/slide10.xml" Id="R24a81547e67a4546" /><Relationship Type="http://schemas.openxmlformats.org/officeDocument/2006/relationships/slide" Target="/ppt/slides/slide11.xml" Id="R6e75e64fb2c042e8" /><Relationship Type="http://schemas.openxmlformats.org/officeDocument/2006/relationships/slide" Target="/ppt/slides/slide12.xml" Id="R3267a969b40f42fb" /><Relationship Type="http://schemas.openxmlformats.org/officeDocument/2006/relationships/slide" Target="/ppt/slides/slide13.xml" Id="R34247c2529aa441c" /><Relationship Type="http://schemas.openxmlformats.org/officeDocument/2006/relationships/slide" Target="/ppt/slides/slide14.xml" Id="R97d469b901234e48" /><Relationship Type="http://schemas.openxmlformats.org/officeDocument/2006/relationships/slide" Target="/ppt/slides/slide15.xml" Id="R34cb0e7a8d1b4a63" /><Relationship Type="http://schemas.openxmlformats.org/officeDocument/2006/relationships/slide" Target="/ppt/slides/slide16.xml" Id="R96bb87430db4456b" /><Relationship Type="http://schemas.openxmlformats.org/officeDocument/2006/relationships/slide" Target="/ppt/slides/slide17.xml" Id="Rb4890b36f305458a" /><Relationship Type="http://schemas.openxmlformats.org/officeDocument/2006/relationships/slide" Target="/ppt/slides/slide18.xml" Id="Rcb0640989539491e" /><Relationship Type="http://schemas.openxmlformats.org/officeDocument/2006/relationships/slide" Target="/ppt/slides/slide19.xml" Id="R8e329c89e11e4881" /><Relationship Type="http://schemas.openxmlformats.org/officeDocument/2006/relationships/slide" Target="/ppt/slides/slide20.xml" Id="R827a0cef27be4a67" /><Relationship Type="http://schemas.openxmlformats.org/officeDocument/2006/relationships/slide" Target="/ppt/slides/slide21.xml" Id="Rba9498bd407c4452" /><Relationship Type="http://schemas.openxmlformats.org/officeDocument/2006/relationships/slide" Target="/ppt/slides/slide22.xml" Id="R3c970834ca3d4c55" /><Relationship Type="http://schemas.openxmlformats.org/officeDocument/2006/relationships/slide" Target="/ppt/slides/slide23.xml" Id="R113cf720bdd7470b" /><Relationship Type="http://schemas.openxmlformats.org/officeDocument/2006/relationships/slide" Target="/ppt/slides/slide24.xml" Id="Rbdcd09ff134d4332" /><Relationship Type="http://schemas.openxmlformats.org/officeDocument/2006/relationships/slide" Target="/ppt/slides/slide25.xml" Id="R4b7ed894e8aa4c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d7165d76fd40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3bb014ff054e9d" /><Relationship Type="http://schemas.openxmlformats.org/officeDocument/2006/relationships/notesMaster" Target="/ppt/notesMasters/notesMaster1.xml" Id="R8097e2a3e5404a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48cb844ba54d63" /><Relationship Type="http://schemas.openxmlformats.org/officeDocument/2006/relationships/notesMaster" Target="/ppt/notesMasters/notesMaster1.xml" Id="Rb21d106ebbba4a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1861432bee4bd8" /><Relationship Type="http://schemas.openxmlformats.org/officeDocument/2006/relationships/notesMaster" Target="/ppt/notesMasters/notesMaster1.xml" Id="R2ab84338ae5b4a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125694870a424e" /><Relationship Type="http://schemas.openxmlformats.org/officeDocument/2006/relationships/notesMaster" Target="/ppt/notesMasters/notesMaster1.xml" Id="R39bb13ce4e714f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47def6bf7e4ff6" /><Relationship Type="http://schemas.openxmlformats.org/officeDocument/2006/relationships/notesMaster" Target="/ppt/notesMasters/notesMaster1.xml" Id="Rb60557e68a5748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2a43ad818c4adb" /><Relationship Type="http://schemas.openxmlformats.org/officeDocument/2006/relationships/notesMaster" Target="/ppt/notesMasters/notesMaster1.xml" Id="R86d6451630394f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066f26c82a4974" /><Relationship Type="http://schemas.openxmlformats.org/officeDocument/2006/relationships/notesMaster" Target="/ppt/notesMasters/notesMaster1.xml" Id="R6ffa8652d69c4b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8a504f802c4ec0" /><Relationship Type="http://schemas.openxmlformats.org/officeDocument/2006/relationships/notesMaster" Target="/ppt/notesMasters/notesMaster1.xml" Id="R8420c707590241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67a6fddffe437e" /><Relationship Type="http://schemas.openxmlformats.org/officeDocument/2006/relationships/notesMaster" Target="/ppt/notesMasters/notesMaster1.xml" Id="Rd7d3cb2419944c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3e7bb7c19b486b" /><Relationship Type="http://schemas.openxmlformats.org/officeDocument/2006/relationships/notesMaster" Target="/ppt/notesMasters/notesMaster1.xml" Id="R1b00cd80dace42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b48c0d70a64738" /><Relationship Type="http://schemas.openxmlformats.org/officeDocument/2006/relationships/notesMaster" Target="/ppt/notesMasters/notesMaster1.xml" Id="Rb9a40ea4fb4441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c5c70deaa9409c" /><Relationship Type="http://schemas.openxmlformats.org/officeDocument/2006/relationships/notesMaster" Target="/ppt/notesMasters/notesMaster1.xml" Id="R8e6becc76c9b42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cd43caa4ad457d" /><Relationship Type="http://schemas.openxmlformats.org/officeDocument/2006/relationships/notesMaster" Target="/ppt/notesMasters/notesMaster1.xml" Id="R6c22ca5b936c4e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e745cc45194517" /><Relationship Type="http://schemas.openxmlformats.org/officeDocument/2006/relationships/notesMaster" Target="/ppt/notesMasters/notesMaster1.xml" Id="R5ab83bb7247349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f8a040b31b4ea9" /><Relationship Type="http://schemas.openxmlformats.org/officeDocument/2006/relationships/notesMaster" Target="/ppt/notesMasters/notesMaster1.xml" Id="R538fe42a931643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140619e469406e" /><Relationship Type="http://schemas.openxmlformats.org/officeDocument/2006/relationships/notesMaster" Target="/ppt/notesMasters/notesMaster1.xml" Id="R6422f6838a974d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1df571c37d4437" /><Relationship Type="http://schemas.openxmlformats.org/officeDocument/2006/relationships/notesMaster" Target="/ppt/notesMasters/notesMaster1.xml" Id="Rf064e3192e2b44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aff13b529c42fd" /><Relationship Type="http://schemas.openxmlformats.org/officeDocument/2006/relationships/notesMaster" Target="/ppt/notesMasters/notesMaster1.xml" Id="R44f82089ca634e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ba9094248e4990" /><Relationship Type="http://schemas.openxmlformats.org/officeDocument/2006/relationships/notesMaster" Target="/ppt/notesMasters/notesMaster1.xml" Id="Rd3c65d5383b646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b9471a0386499b" /><Relationship Type="http://schemas.openxmlformats.org/officeDocument/2006/relationships/notesMaster" Target="/ppt/notesMasters/notesMaster1.xml" Id="R380a8a7b497f45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990e798ee454bb2" /><Relationship Type="http://schemas.openxmlformats.org/officeDocument/2006/relationships/notesMaster" Target="/ppt/notesMasters/notesMaster1.xml" Id="R0485abd1cb564d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6bc5b5113814837" /><Relationship Type="http://schemas.openxmlformats.org/officeDocument/2006/relationships/notesMaster" Target="/ppt/notesMasters/notesMaster1.xml" Id="R8f57d02968a749a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923f35724e47e3" /><Relationship Type="http://schemas.openxmlformats.org/officeDocument/2006/relationships/notesMaster" Target="/ppt/notesMasters/notesMaster1.xml" Id="Rab7749f2c92e4c0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7ef253a1fc4c51" /><Relationship Type="http://schemas.openxmlformats.org/officeDocument/2006/relationships/notesMaster" Target="/ppt/notesMasters/notesMaster1.xml" Id="Re647c9d154a547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5fc7cc309284606" /><Relationship Type="http://schemas.openxmlformats.org/officeDocument/2006/relationships/notesMaster" Target="/ppt/notesMasters/notesMaster1.xml" Id="Re90718cf95e34d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1093c6c3e41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1f049ec8924105" /><Relationship Type="http://schemas.openxmlformats.org/officeDocument/2006/relationships/slideLayout" Target="/ppt/slideLayouts/slideLayout1.xml" Id="R77afed25ff2b48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afed25ff2b48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35ec87c2247bc" /><Relationship Type="http://schemas.openxmlformats.org/officeDocument/2006/relationships/notesSlide" Target="/ppt/notesSlides/notesSlide1.xml" Id="R1befed081c164e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02ff9ec034f27" /><Relationship Type="http://schemas.openxmlformats.org/officeDocument/2006/relationships/notesSlide" Target="/ppt/notesSlides/notesSlide2.xml" Id="R9f0e7241600047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8a97f0a2342d8" /><Relationship Type="http://schemas.openxmlformats.org/officeDocument/2006/relationships/notesSlide" Target="/ppt/notesSlides/notesSlide3.xml" Id="R937427f3180b41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04f952e8547c5" /><Relationship Type="http://schemas.openxmlformats.org/officeDocument/2006/relationships/notesSlide" Target="/ppt/notesSlides/notesSlide4.xml" Id="R1ca4847bb44c4a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4e9962ac947e1" /><Relationship Type="http://schemas.openxmlformats.org/officeDocument/2006/relationships/notesSlide" Target="/ppt/notesSlides/notesSlide5.xml" Id="Rd4148fcfc81a4f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a85887b95424f" /><Relationship Type="http://schemas.openxmlformats.org/officeDocument/2006/relationships/notesSlide" Target="/ppt/notesSlides/notesSlide6.xml" Id="R824d64483cd840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0ada63ba94681" /><Relationship Type="http://schemas.openxmlformats.org/officeDocument/2006/relationships/notesSlide" Target="/ppt/notesSlides/notesSlide7.xml" Id="Rcade999514a54d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1c15ab2624d09" /><Relationship Type="http://schemas.openxmlformats.org/officeDocument/2006/relationships/notesSlide" Target="/ppt/notesSlides/notesSlide8.xml" Id="Rc33ad9c1b14549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66d1149824625" /><Relationship Type="http://schemas.openxmlformats.org/officeDocument/2006/relationships/notesSlide" Target="/ppt/notesSlides/notesSlide9.xml" Id="Rd0f5af801bcc45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a2f921f874074" /><Relationship Type="http://schemas.openxmlformats.org/officeDocument/2006/relationships/notesSlide" Target="/ppt/notesSlides/notesSlide10.xml" Id="Rf9abf4f5f36047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3af8088b64976" /><Relationship Type="http://schemas.openxmlformats.org/officeDocument/2006/relationships/notesSlide" Target="/ppt/notesSlides/notesSlide11.xml" Id="Rcc05c31aac414c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52d678d56496c" /><Relationship Type="http://schemas.openxmlformats.org/officeDocument/2006/relationships/notesSlide" Target="/ppt/notesSlides/notesSlide12.xml" Id="R717a4638999c48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e0b5a3f2542a6" /><Relationship Type="http://schemas.openxmlformats.org/officeDocument/2006/relationships/notesSlide" Target="/ppt/notesSlides/notesSlide13.xml" Id="Rbac9fb67128642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5f4bfd0a84a84" /><Relationship Type="http://schemas.openxmlformats.org/officeDocument/2006/relationships/notesSlide" Target="/ppt/notesSlides/notesSlide14.xml" Id="Rbcba3d6b545746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06363363049aa" /><Relationship Type="http://schemas.openxmlformats.org/officeDocument/2006/relationships/notesSlide" Target="/ppt/notesSlides/notesSlide15.xml" Id="Rd9e465b5e7c144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2ff9e5ea34d2f" /><Relationship Type="http://schemas.openxmlformats.org/officeDocument/2006/relationships/notesSlide" Target="/ppt/notesSlides/notesSlide16.xml" Id="Rd7cc337ef6ed44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c850c4e514a6f" /><Relationship Type="http://schemas.openxmlformats.org/officeDocument/2006/relationships/notesSlide" Target="/ppt/notesSlides/notesSlide17.xml" Id="R5ff752939e8343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c4c77dd274d1e" /><Relationship Type="http://schemas.openxmlformats.org/officeDocument/2006/relationships/notesSlide" Target="/ppt/notesSlides/notesSlide18.xml" Id="R29b24d28397d4c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ffa40d2cf448e" /><Relationship Type="http://schemas.openxmlformats.org/officeDocument/2006/relationships/notesSlide" Target="/ppt/notesSlides/notesSlide19.xml" Id="R7600eb82ad634e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baaee32134561" /><Relationship Type="http://schemas.openxmlformats.org/officeDocument/2006/relationships/notesSlide" Target="/ppt/notesSlides/notesSlide20.xml" Id="R70cd8e3c6dc9456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e5af0108e4db1" /><Relationship Type="http://schemas.openxmlformats.org/officeDocument/2006/relationships/notesSlide" Target="/ppt/notesSlides/notesSlide21.xml" Id="Rc68c5edb43b54fd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31a9be16c4d11" /><Relationship Type="http://schemas.openxmlformats.org/officeDocument/2006/relationships/notesSlide" Target="/ppt/notesSlides/notesSlide22.xml" Id="R47a1fe3eb2d5441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ba75eb6134427" /><Relationship Type="http://schemas.openxmlformats.org/officeDocument/2006/relationships/notesSlide" Target="/ppt/notesSlides/notesSlide23.xml" Id="R0345c92b92c64a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5cb13e4cc4bdd" /><Relationship Type="http://schemas.openxmlformats.org/officeDocument/2006/relationships/notesSlide" Target="/ppt/notesSlides/notesSlide24.xml" Id="Rfb538a134d78442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72fd6d9f3417f" /><Relationship Type="http://schemas.openxmlformats.org/officeDocument/2006/relationships/notesSlide" Target="/ppt/notesSlides/notesSlide25.xml" Id="R7d9c7dd1aba643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D34982-17D4-4C80-AA8B-D16BFD26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EB2DA-08A4-403A-AC7E-F30CD1AD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6534C-DA12-4BA2-90E0-ADFF1EE0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77EFE-066D-41F1-B57C-8F36BC09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1CB92-B186-441A-B1E6-D16DA7B3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539F3-C35A-4728-B119-E1FADD27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BCBA8-B1FE-49FD-A2BA-34BA1D6D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C421C-21F4-4630-8484-49EEBB7D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23A90-BF9F-4AE7-9C4F-FFA622E5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13B97-9246-4BA6-8884-77325D97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CAC47-5274-45B1-8AD1-8A3C2925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30619-FD07-41E0-8422-A348352F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DE8"/>
          </a:solidFill>
          <a:ln xmlns:a="http://schemas.openxmlformats.org/drawingml/2006/main" w="0">
            <a:solidFill>
              <a:srgbClr val="8B4D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22F7D-39F7-4074-8FEF-EACEF18D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DE8"/>
          </a:solidFill>
          <a:ln xmlns:a="http://schemas.openxmlformats.org/drawingml/2006/main" w="0">
            <a:solidFill>
              <a:srgbClr val="8B4D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A1EAD-5FB2-4505-8AEA-D038AB54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97B81-DD6B-4BBB-ACEE-68811E1C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97" y="1261872"/>
            <a:ext cx="2633472" cy="1931213"/>
          </a:xfrm>
          <a:prstGeom xmlns:a="http://schemas.openxmlformats.org/drawingml/2006/main" prst="roundRect">
            <a:avLst>
              <a:gd name="adj" fmla="val 3946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7E8AC-32A2-467E-BB13-0C3ACDD9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526" y="1683228"/>
            <a:ext cx="1931213" cy="912937"/>
          </a:xfrm>
          <a:prstGeom xmlns:a="http://schemas.openxmlformats.org/drawingml/2006/main" prst="roundRect">
            <a:avLst>
              <a:gd name="adj" fmla="val 8347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A705D-C57C-481D-9AFC-0C277DEA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325" y="1946575"/>
            <a:ext cx="280904" cy="2809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B1D21-77AF-4CB5-B5D2-E98C5CFE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036" y="1946575"/>
            <a:ext cx="280904" cy="2809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58CC9-3369-47D9-A927-A6798977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116" y="2051914"/>
            <a:ext cx="667146" cy="3862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172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AA451-49DC-4922-A578-A2001945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133" y="875629"/>
            <a:ext cx="0" cy="42135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F0F9C-D9FD-435E-A8D4-10773010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681" y="664952"/>
            <a:ext cx="316017" cy="3160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D0F28-127E-48CE-8250-DEC21A70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96" y="3193085"/>
            <a:ext cx="1843430" cy="1755648"/>
          </a:xfrm>
          <a:prstGeom xmlns:a="http://schemas.openxmlformats.org/drawingml/2006/main" prst="roundRect">
            <a:avLst>
              <a:gd name="adj" fmla="val 4340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6DCBC-5A8E-48D6-954D-57244CBC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90" y="3631997"/>
            <a:ext cx="790042" cy="737372"/>
          </a:xfrm>
          <a:prstGeom xmlns:a="http://schemas.openxmlformats.org/drawingml/2006/main" prst="roundRect">
            <a:avLst>
              <a:gd name="adj" fmla="val 10334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61C08-3C6F-4E3F-9869-39D9A88B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422" y="3438876"/>
            <a:ext cx="-772485" cy="66714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6EB84B-19EA-4D65-8E44-3FFA83B1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174" y="3438876"/>
            <a:ext cx="983163" cy="-842711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60C980-F70A-4F10-BF66-A377A16E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5" y="3983126"/>
            <a:ext cx="456468" cy="4564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0072DC-47C9-44B5-90B1-3BE91135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329" y="2420600"/>
            <a:ext cx="491581" cy="4915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76070D-BAA0-4651-8EC3-3E88917B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551" y="4948733"/>
            <a:ext cx="-210678" cy="87782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872F1D-E7A6-4D3E-817F-3301EDC6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601" y="4948733"/>
            <a:ext cx="210678" cy="87782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7C33CF-6EDF-49CE-A354-DFBE9D39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05840"/>
            <a:ext cx="62179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8B4DE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8B4DE8"/>
                </a:solidFill>
                <a:latin typeface="Arial"/>
                <a:ea typeface="Arial"/>
                <a:cs typeface="Arial"/>
              </a:rPr>
              <a:t>YAPAY</a:t>
            </a:r>
          </a:p>
          <a:p xmlns:a="http://schemas.openxmlformats.org/drawingml/2006/main">
            <a:pPr algn="ctr">
              <a:defRPr sz="3900" b="1">
                <a:solidFill>
                  <a:srgbClr val="8B4DE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8B4DE8"/>
                </a:solidFill>
                <a:latin typeface="Arial"/>
                <a:ea typeface="Arial"/>
                <a:cs typeface="Arial"/>
              </a:rPr>
              <a:t>ZEKA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48AE63-DD3C-433D-9953-A3C21870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127248"/>
            <a:ext cx="53949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Robotlar gerçekten düşünebilir mi?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AD3D52-614C-4D37-B345-7D58621A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160520"/>
            <a:ext cx="544068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2114C7-F401-4AF0-9809-F5F29311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407408"/>
            <a:ext cx="48920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Çocuklar için eğlenceli yapay zeka dersi</a:t>
            </a:r>
          </a:p>
        </p:txBody>
      </p:sp>
    </p:spTree>
    <p:extLst>
      <p:ext uri="{BB962C8B-B14F-4D97-AF65-F5344CB8AC3E}">
        <p14:creationId xmlns:p14="http://schemas.microsoft.com/office/powerpoint/2010/main" val="2185274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3B0EED-3AC1-4C63-A282-6D8F12CF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2922C-6800-4AB2-B30F-62EA72CD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DCE97-0320-4B90-9DC5-5A202B79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DFD55-7CE4-4706-B340-B904C751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44BC7-CB2D-49DF-99B9-71C23D21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E1D13-F108-4CDB-B58F-38403F41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733E8-A77F-4FBC-9836-901934A2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35A04-2059-4A07-A337-2804714A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FAB09-FCF0-435B-86CE-B8365738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9A097-83E6-41A7-A3C4-6F409D21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A699C-487A-46A7-8F6C-D8401658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35E96-8D48-446F-B9E9-904F8243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AE397-5E24-4146-A1D3-9CE2A52E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1E8D0-EF07-47EF-8E93-E97887E6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18B43-7CA3-4EA2-B646-D09CAE2B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Bugün Neler Öğreneceğiz?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9A80A-37A4-4AB8-9DA2-0F47905B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E008E-921F-499D-9869-F875D79A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2E2E5-331E-4181-8083-5A875EB8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34A86-5923-4B1D-9E9E-39DAB73E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95F77-3802-46A8-9F25-7BF157F6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85422-6C9E-4F03-805F-7825E441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24E18-CFDC-4C4C-BE12-081725C2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FA2F7-9F6D-4CA2-953A-4B74702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6DA614-E3F9-436F-8751-56D3D6E3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63B796-291E-4DE2-B5F4-46F213A7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ABD7F5-1947-4E4A-BE8A-BD7FA801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FFFEA1-184A-456E-88EF-2B8B51D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D2FCE-2DC5-4E3B-B958-F4ECECAB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9115F9-7569-4167-AC77-A1BB0444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D98A60-E1F3-44CC-9BB9-341B36A5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3D616D-B374-4EFE-856A-8574F8D2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962" y="1572768"/>
            <a:ext cx="825703" cy="825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99A199-3CE4-404A-906B-F258F85B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962" y="1495958"/>
            <a:ext cx="825703" cy="499262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05302E-66F0-45B5-9F63-D09388C8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1899209"/>
            <a:ext cx="76810" cy="768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FF1CDD-EF13-4E5E-B635-919369C0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629" y="1899209"/>
            <a:ext cx="76810" cy="768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3CB0EF-72BA-49BA-9F51-738009F8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802" y="1976018"/>
            <a:ext cx="230429" cy="172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935846-EB63-4A47-98EE-B747E144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349" y="2369668"/>
            <a:ext cx="1056132" cy="1008126"/>
          </a:xfrm>
          <a:prstGeom xmlns:a="http://schemas.openxmlformats.org/drawingml/2006/main" prst="roundRect">
            <a:avLst>
              <a:gd name="adj" fmla="val 7559"/>
            </a:avLst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313AA0-A518-466C-969B-67FA43D3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563" y="2580894"/>
            <a:ext cx="-364846" cy="42245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D10E1F-55CC-430C-8577-31D98DBE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064" y="2580894"/>
            <a:ext cx="364846" cy="42245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E5404D-862A-45E9-827D-FB2D9DF7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691640"/>
            <a:ext cx="786384" cy="786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3EB007-E3D9-42C1-B270-DD93343C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618488"/>
            <a:ext cx="786384" cy="475488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7C3F23"/>
          </a:solidFill>
          <a:ln xmlns:a="http://schemas.openxmlformats.org/drawingml/2006/main" w="0">
            <a:solidFill>
              <a:srgbClr val="7C3F2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1B9A1F-108F-4FE9-85D8-01A0E7E9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20025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8E47AE-EE4F-45C8-AB96-4713BE78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20025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503854-BBB0-4618-8B22-13B688F7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312" y="2075688"/>
            <a:ext cx="219456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97ADD3-3784-4711-8093-7F3EC8C2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2450592"/>
            <a:ext cx="1005840" cy="96012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04DB3"/>
          </a:solidFill>
          <a:ln xmlns:a="http://schemas.openxmlformats.org/drawingml/2006/main" w="0">
            <a:solidFill>
              <a:srgbClr val="F04DB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0AF1E0-6268-4C09-9B94-B8A0F4D8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2651760"/>
            <a:ext cx="-347472" cy="40233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1D7C7A-AA79-48FB-B205-B5A19813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651760"/>
            <a:ext cx="347472" cy="40233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A15775-2BE1-49B5-8D00-229F2265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647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DE8"/>
          </a:solidFill>
          <a:ln xmlns:a="http://schemas.openxmlformats.org/drawingml/2006/main" w="0">
            <a:solidFill>
              <a:srgbClr val="8B4D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5E0C50-397F-4E01-9A0E-1763E6D6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1691640"/>
            <a:ext cx="53035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Yapay zeka nedir?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AD2BE7-5D9F-41A1-884B-44C20F8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9514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DE8"/>
          </a:solidFill>
          <a:ln xmlns:a="http://schemas.openxmlformats.org/drawingml/2006/main" w="0">
            <a:solidFill>
              <a:srgbClr val="8B4D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DB80AA-D2F8-4F8B-A418-D059481E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2221992"/>
            <a:ext cx="53035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Nerelerde kullanılır?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BF2568-726B-4781-83AF-85F6613F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2549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DE8"/>
          </a:solidFill>
          <a:ln xmlns:a="http://schemas.openxmlformats.org/drawingml/2006/main" w="0">
            <a:solidFill>
              <a:srgbClr val="8B4D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BB7411-60D6-4908-B1F4-ECC2F6BE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2752344"/>
            <a:ext cx="53035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Nasıl öğrenir?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AC7845-F552-4433-B6C5-50462781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55848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DE8"/>
          </a:solidFill>
          <a:ln xmlns:a="http://schemas.openxmlformats.org/drawingml/2006/main" w="0">
            <a:solidFill>
              <a:srgbClr val="8B4D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6CE4F2-1708-4BE2-A058-3D70DDD0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282696"/>
            <a:ext cx="53035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Birlikte oyun oynayacağız!</a:t>
            </a:r>
          </a:p>
        </p:txBody>
      </p:sp>
    </p:spTree>
    <p:extLst>
      <p:ext uri="{BB962C8B-B14F-4D97-AF65-F5344CB8AC3E}">
        <p14:creationId xmlns:p14="http://schemas.microsoft.com/office/powerpoint/2010/main" val="21128475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793926-9EB0-439D-B376-C29E39E5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33CDF-4926-43B5-AEDB-9C64E71C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CEBDC-54FC-4538-8280-37FF2B92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EE91A-8D5D-40AB-BB8C-B32CC86E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2441F-3710-4C83-B2A8-909CAABF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71640-4750-4879-88C5-B7C4A5A0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C0E71-5EFD-4D86-9D98-756DDED3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7953E-7610-4DBB-9D05-0876BF4C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05949-88DE-4C68-9519-EAA2E492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6A9EE-8ECF-4892-8214-C8FA350C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EF41E-CDEE-4105-96D0-BA630E4C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ACB76-82D6-4CC8-BB18-35187A83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B410C-E970-432B-8A1E-80793AC2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4ACB4-91E5-4074-8A09-2CA8104F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5C03F-D8AF-4623-8275-4321D30E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Sizce Bunların İçinde Yapay Zeka Var mı?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7AE1C-6F92-40BB-8335-76E20DE9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E656A-553F-465F-B7BB-47ED9EB8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62408-92C6-4EFD-915C-E4195584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1277E-F9FD-4BA3-8F4B-805FD2FC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81161-F208-4230-832B-3032076E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61D64-DD8E-4E91-895A-3F971EF4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36ADC-4EE8-4B09-9479-9C8DD3A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00554-3102-4DD6-B86C-57AB8804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880A8-0957-4829-9B22-4FBC96A8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6FB140-B4AA-42E3-97FF-C76D3FAF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D7A12-8399-44AD-AF30-37B436E1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40E59-0C66-405F-9F33-B163A110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FD2437-4B8F-4F06-AC5C-0B01F5F0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1FC47-4412-450D-95CD-B725024C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281598-287B-45F2-9513-922A1D9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B0F754-BC41-4CF3-A656-622382B0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28800"/>
            <a:ext cx="2148840" cy="2286000"/>
          </a:xfrm>
          <a:prstGeom xmlns:a="http://schemas.openxmlformats.org/drawingml/2006/main" prst="roundRect">
            <a:avLst>
              <a:gd name="adj" fmla="val 35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72F8DF-C783-43AD-BDBF-75DB7B4A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843" y="2256739"/>
            <a:ext cx="442570" cy="824789"/>
          </a:xfrm>
          <a:prstGeom xmlns:a="http://schemas.openxmlformats.org/drawingml/2006/main" prst="roundRect">
            <a:avLst>
              <a:gd name="adj" fmla="val 172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5B9F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63959F-CB70-4907-A119-4E6B58C5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194" y="2377440"/>
            <a:ext cx="321869" cy="5532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FFF"/>
          </a:solidFill>
          <a:ln xmlns:a="http://schemas.openxmlformats.org/drawingml/2006/main" w="0">
            <a:solidFill>
              <a:srgbClr val="83D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31FD48-0FC5-4241-8E16-DC903583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894" y="2970886"/>
            <a:ext cx="80467" cy="804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05D99E-646C-4DF9-8A30-8CC457EA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611880"/>
            <a:ext cx="18288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Telefon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FB049B-6926-4CCA-8863-EEF1B152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828800"/>
            <a:ext cx="2148840" cy="2286000"/>
          </a:xfrm>
          <a:prstGeom xmlns:a="http://schemas.openxmlformats.org/drawingml/2006/main" prst="roundRect">
            <a:avLst>
              <a:gd name="adj" fmla="val 35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0DA284-67E3-4F14-B32B-85F6BB99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176272"/>
            <a:ext cx="100584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40" b="1">
                <a:solidFill>
                  <a:srgbClr val="8B4DE8"/>
                </a:solidFill>
                <a:latin typeface="Arial"/>
                <a:ea typeface="Arial"/>
                <a:cs typeface="Arial"/>
              </a:defRPr>
            </a:pPr>
            <a:r>
              <a:rPr sz="2640" b="1">
                <a:solidFill>
                  <a:srgbClr val="8B4DE8"/>
                </a:solidFill>
                <a:latin typeface="Arial"/>
                <a:ea typeface="Arial"/>
                <a:cs typeface="Arial"/>
              </a:rPr>
              <a:t>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C3932D-C58F-4B4F-8E35-60889C87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3611880"/>
            <a:ext cx="18288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Oyun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8A0E97-A29F-4279-B510-959EAC4B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148840" cy="2286000"/>
          </a:xfrm>
          <a:prstGeom xmlns:a="http://schemas.openxmlformats.org/drawingml/2006/main" prst="roundRect">
            <a:avLst>
              <a:gd name="adj" fmla="val 35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DCB232-F1A1-48DF-BB1B-F6AF961B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222" y="2628900"/>
            <a:ext cx="683971" cy="281635"/>
          </a:xfrm>
          <a:prstGeom xmlns:a="http://schemas.openxmlformats.org/drawingml/2006/main" prst="roundRect">
            <a:avLst>
              <a:gd name="adj" fmla="val 27056"/>
            </a:avLst>
          </a:prstGeom>
          <a:solidFill xmlns:a="http://schemas.openxmlformats.org/drawingml/2006/main">
            <a:srgbClr val="F05252"/>
          </a:solidFill>
          <a:ln xmlns:a="http://schemas.openxmlformats.org/drawingml/2006/main" w="9525">
            <a:solidFill>
              <a:srgbClr val="C72F2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59122D-4340-4A3A-97D6-9257A6AC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157" y="2437790"/>
            <a:ext cx="362102" cy="261518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9525">
            <a:solidFill>
              <a:srgbClr val="C72F2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696C7C-5CBD-4E68-BBAF-6146FD0E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748" y="2850185"/>
            <a:ext cx="160934" cy="160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043"/>
          </a:solidFill>
          <a:ln xmlns:a="http://schemas.openxmlformats.org/drawingml/2006/main" w="0">
            <a:solidFill>
              <a:srgbClr val="26304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F028AD-755E-4C31-8CD7-07ECD533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850185"/>
            <a:ext cx="160934" cy="1609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043"/>
          </a:solidFill>
          <a:ln xmlns:a="http://schemas.openxmlformats.org/drawingml/2006/main" w="0">
            <a:solidFill>
              <a:srgbClr val="26304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90768A-18E6-4FCA-9B5F-109910D5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611880"/>
            <a:ext cx="18288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Araba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EBC3D2-FC5D-4ADE-8ECC-1D2DE5BD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28800"/>
            <a:ext cx="2148840" cy="2286000"/>
          </a:xfrm>
          <a:prstGeom xmlns:a="http://schemas.openxmlformats.org/drawingml/2006/main" prst="roundRect">
            <a:avLst>
              <a:gd name="adj" fmla="val 35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CF9DF4-1248-4296-B40E-4A265307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2397557"/>
            <a:ext cx="804672" cy="563270"/>
          </a:xfrm>
          <a:prstGeom xmlns:a="http://schemas.openxmlformats.org/drawingml/2006/main" prst="roundRect">
            <a:avLst>
              <a:gd name="adj" fmla="val 13528"/>
            </a:avLst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F8B1D0-0D7D-4550-9D1F-1D80EE26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898" y="2518258"/>
            <a:ext cx="261518" cy="301752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268BEC-1503-4D2D-AA06-297043D0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611880"/>
            <a:ext cx="18288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YouTube</a:t>
            </a:r>
          </a:p>
        </p:txBody>
      </p:sp>
    </p:spTree>
    <p:extLst>
      <p:ext uri="{BB962C8B-B14F-4D97-AF65-F5344CB8AC3E}">
        <p14:creationId xmlns:p14="http://schemas.microsoft.com/office/powerpoint/2010/main" val="9949523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C7120-33C9-4431-97A0-9ED43B27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14A24-5E2D-4DBB-A5C4-76BE68EF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D2CBE-7974-4110-94D7-51E36C15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ED304-01F6-4679-9104-6D6A0FE0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396AA-39E5-4744-8108-EE85A8B7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D41CC-D620-4011-B052-CB13A79D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8656B-6987-40B9-867F-908E307C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EE797-24E9-4883-BFEF-AAB3A0F6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B4403-D348-4342-A9EB-64ABD37B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4549B-26C0-46BC-BAA8-B361EC89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53761-AE81-4F31-9310-1D59D179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51C70-9CF7-4BF7-AEAE-6A856854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19221-485B-4057-8194-BD5957CD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7E803-E762-4E76-848C-BCE17193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37013-82BF-4FDD-9C96-FCA877AB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Yapay Zeka Nedir?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D14CA-373C-4A2D-9525-166DA093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D17CB-1C47-4C40-9E77-6598E6FA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240C1-0C0A-43FF-A071-CEBA8499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84B3C-96A3-4FB1-8827-8A608DFB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E932D-5209-43D2-ACE0-E1DA9BAF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081B8-1033-4786-8382-B1F8414B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F6397-8C23-4147-8FAC-F9E5A3EE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430DC-ACEB-4CFB-92A7-3CFC547E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CDE03-E8DD-43D0-9871-5C0D60B7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90B70C-7083-4D35-BFF9-178CBD25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9FADE9-E0F7-4679-AE3A-99FC13CB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0AD70C-9CA7-4962-9A14-9E5647FA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E171D9-EAAD-424E-8D57-29F5BD7E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1D9F83-7253-4736-916F-D18CE396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25D7F-2905-4F21-B573-812C240B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24C5F8-A049-4FB7-A4AC-DBB0ACCC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508760"/>
            <a:ext cx="5989320" cy="3840480"/>
          </a:xfrm>
          <a:prstGeom xmlns:a="http://schemas.openxmlformats.org/drawingml/2006/main" prst="roundRect">
            <a:avLst>
              <a:gd name="adj" fmla="val 1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281BC8-B9A6-4AB5-BB72-D1333D2E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74520"/>
            <a:ext cx="493776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Yapay zeka, bilgisayarların öğrenmesine yardımcı olan akıllı teknolojidir.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İnsanlar gibi düşünmeye ve sorun çözmeye çalışır.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810978-A759-49B4-8D28-19C115DF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91" y="1874520"/>
            <a:ext cx="1755648" cy="1287475"/>
          </a:xfrm>
          <a:prstGeom xmlns:a="http://schemas.openxmlformats.org/drawingml/2006/main" prst="roundRect">
            <a:avLst>
              <a:gd name="adj" fmla="val 5919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A2114A-60B9-4FE5-B4B3-34BE2DE6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8978" y="2155424"/>
            <a:ext cx="1287475" cy="608625"/>
          </a:xfrm>
          <a:prstGeom xmlns:a="http://schemas.openxmlformats.org/drawingml/2006/main" prst="roundRect">
            <a:avLst>
              <a:gd name="adj" fmla="val 12520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BEB451-43FB-44E7-921E-4F824A87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177" y="2330988"/>
            <a:ext cx="187269" cy="187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620C65-0CED-427E-B42E-6A9C275A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9984" y="2330988"/>
            <a:ext cx="187269" cy="1872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689A2D-3D8C-4951-A451-5324E107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037" y="2401214"/>
            <a:ext cx="444764" cy="257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52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1152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129091-CC26-4B31-AA07-02E501ED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715" y="1617025"/>
            <a:ext cx="0" cy="28090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2321F1-265A-4C19-BF34-D8C51467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081" y="1476573"/>
            <a:ext cx="210678" cy="2106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031053-75CD-416E-8D0B-8A0F040F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091" y="3161995"/>
            <a:ext cx="1228954" cy="1170432"/>
          </a:xfrm>
          <a:prstGeom xmlns:a="http://schemas.openxmlformats.org/drawingml/2006/main" prst="roundRect">
            <a:avLst>
              <a:gd name="adj" fmla="val 6510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9CF72C-2212-4F26-BAE8-ED640095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20" y="3454603"/>
            <a:ext cx="526694" cy="491581"/>
          </a:xfrm>
          <a:prstGeom xmlns:a="http://schemas.openxmlformats.org/drawingml/2006/main" prst="roundRect">
            <a:avLst>
              <a:gd name="adj" fmla="val 15501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190196-8D72-467E-A9DE-2FAAF425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908" y="3325856"/>
            <a:ext cx="-514990" cy="44476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AE7CDF-E0D2-4C6B-8DF4-D701D36A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9410" y="3325856"/>
            <a:ext cx="655442" cy="-56180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FA84BD-7EB2-47A1-8717-42486329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283" y="3688690"/>
            <a:ext cx="304312" cy="304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DA149D-D0B9-4A6D-BBF7-BC399304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513" y="2647005"/>
            <a:ext cx="327721" cy="3277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02A36A-04AB-4ADC-9837-4CA8B5D2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4994" y="4332427"/>
            <a:ext cx="-140452" cy="58521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E51D88-BEAB-41C2-9975-82A52FA4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028" y="4332427"/>
            <a:ext cx="140452" cy="58521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9C2746-87A3-4989-974E-AB3DCDA1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298448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D8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D84D"/>
                </a:solidFill>
                <a:latin typeface="Arial"/>
                <a:ea typeface="Arial"/>
                <a:cs typeface="Arial"/>
              </a:rPr>
              <a:t>💡</a:t>
            </a:r>
          </a:p>
        </p:txBody>
      </p:sp>
    </p:spTree>
    <p:extLst>
      <p:ext uri="{BB962C8B-B14F-4D97-AF65-F5344CB8AC3E}">
        <p14:creationId xmlns:p14="http://schemas.microsoft.com/office/powerpoint/2010/main" val="13736471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B2F61D-CCB4-4018-860F-76E5B298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1ECCD-1D70-467B-8A3C-1724F781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F2432-BD74-4328-BE8F-5BC036E6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A11C5-8181-4DAA-B9F8-022F3B0B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C2FB1-49DD-4C27-8A1F-71751080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379E9-3E75-4AAC-B671-A1FDB321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B0888-1253-466D-8689-8E78E442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0BA7B-C92C-4335-96E7-65D0882C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8BB8E-951E-4860-A4F4-84BFA3A1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9217D-67C4-4D63-B476-0E69AA03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3B84B-C480-4E08-A3A7-2A70591C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925AB-595C-4527-8554-FEB4A304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C6327-C80F-4510-BBC0-3DD1B7BC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CE84F-79A4-4155-9BA8-F9E29360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7CD15-BB37-4603-A28E-DB49FA7A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Biz Nasıl Öğreniyoruz?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D1F27-39C4-4F66-8DB7-B127798A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F633C-4BDE-4FAC-BFE8-BF5C43F1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62806-F861-4FCA-8166-A75B68BF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CE458-1007-48DB-83F9-E9E5CB64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B905A-64DD-4766-A785-0EDBBE5A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693F2-6692-4E89-AE7D-FC364793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70ADC-C8F6-4D5E-9C48-0BA4AE94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85F55-2E88-458D-8CA8-6660A5E6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DAF3E-232B-4E1A-9D8E-3FD188B7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6B8B04-0813-4E55-BB32-17D9D654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8FAA7F-94A4-4217-A7F3-6ED4386F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08A52E-9638-40FC-B55C-88DDDDF0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64FD49-61EC-432D-86BF-FF2F32A8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8F026-CDBD-4725-AC9E-7F21DA67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7C402E-4EC9-4968-95EB-FC1D1C70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CE9CC5-11A4-4185-B359-EACE1300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0195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30A6FB-6EF9-4F4D-9D6A-CCC91163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1828800"/>
            <a:ext cx="51206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Bebekler her gün öğrenir.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01C5FF-D2D5-4AC3-9C21-0F449EE8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3230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999D05-21F3-49CA-8B03-4ED98FAC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359152"/>
            <a:ext cx="51206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Görerek öğreniriz.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FAB5C3-E177-45D9-AE83-A7CDC579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6265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789C28-6EA3-4654-92E9-7CADA619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889504"/>
            <a:ext cx="51206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Deneyerek öğreniriz.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76587B-4389-496F-844C-E6E14CD1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5894" y="1783080"/>
            <a:ext cx="1061618" cy="10616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A7BAD1-AE03-4CC4-9B05-AC55CFC2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5894" y="1684325"/>
            <a:ext cx="1061618" cy="641909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0855E2-918C-4B61-999A-D934E532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04" y="2202790"/>
            <a:ext cx="98755" cy="98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1D0849-A61B-4126-BE24-BF15A9F5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180" y="2202790"/>
            <a:ext cx="98755" cy="98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D05C7D-C01A-4D17-BE9D-CAD9CB81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59" y="2301545"/>
            <a:ext cx="296266" cy="2221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88B762-7CA5-4473-8C5A-90335350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0106" y="2807665"/>
            <a:ext cx="1357884" cy="1296162"/>
          </a:xfrm>
          <a:prstGeom xmlns:a="http://schemas.openxmlformats.org/drawingml/2006/main" prst="roundRect">
            <a:avLst>
              <a:gd name="adj" fmla="val 5879"/>
            </a:avLst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088B06-1E8D-4C0E-8CE5-4C20E85B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238" y="3079242"/>
            <a:ext cx="-469087" cy="54315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A3BE0D-86A2-4931-B113-444375CA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3079242"/>
            <a:ext cx="469087" cy="54315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4B7641-B635-4312-BBB8-3F3953F6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840480"/>
            <a:ext cx="11887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2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3120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🚲</a:t>
            </a:r>
          </a:p>
        </p:txBody>
      </p:sp>
    </p:spTree>
    <p:extLst>
      <p:ext uri="{BB962C8B-B14F-4D97-AF65-F5344CB8AC3E}">
        <p14:creationId xmlns:p14="http://schemas.microsoft.com/office/powerpoint/2010/main" val="10679103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237776-F4E4-4317-8CCB-A747565D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316F6-67E6-49B8-B53C-D91ECA67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4C789-E469-465A-ABE5-47DB1359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9983C-0C3B-4EC3-8E6C-168DD319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82599-906D-496B-8C3E-B175D50B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E25B4-876E-4914-AF8D-E8D9B5A2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DA744-507C-433C-81F0-10C8DA8D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F3BB9-C8C6-453B-8010-4D9F9221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9DF2E-6B22-4F46-9C20-CF065BC7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E2188-CFB5-4AEB-AB40-117AC29A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D49A4-45B8-4D98-8062-61A9A6EE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AD3C3-B206-497B-8BBB-73D4F0B9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49EEB-4DF7-4B85-B7DB-C81BD866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50FCC-26E0-4BCA-8DBD-03492FA7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607CE-60E7-458F-8B6B-4D83558E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Yapay Zeka Nasıl Öğreniyor?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4B980-E087-4C1B-A284-789EAD2E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27EBD-1A85-49A0-99DD-02781A87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30791-5F43-4525-9972-91BFECF5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A9669-D5C3-4279-B389-E5EF4488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2161A-831E-4FCB-8D35-8AAEF4F9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60826-7E3A-472C-BC57-8659CFEB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1D51C-12AE-4DFF-A764-84E59EAB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5A656-FDC8-4BD2-8C43-9C2A3E54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48371-1983-4674-BF7F-983BDD3C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6899AA-EEF7-44BC-ACEF-BF76878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8982A-60D9-444F-855B-55A2D860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AF6CFF-7381-404A-9D4E-397C9F26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F54F13-0A3A-47E0-973E-0CA78D17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A07AA1-85BD-46E1-849B-5E64C2AB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775CB0-B420-483A-BF15-134E49B9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61F43-4D75-4646-9221-5A32C70C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28800"/>
            <a:ext cx="960120" cy="704088"/>
          </a:xfrm>
          <a:prstGeom xmlns:a="http://schemas.openxmlformats.org/drawingml/2006/main" prst="roundRect">
            <a:avLst>
              <a:gd name="adj" fmla="val 10823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72387C-C7AC-49C9-AA68-404A544A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16" y="1982419"/>
            <a:ext cx="704088" cy="332842"/>
          </a:xfrm>
          <a:prstGeom xmlns:a="http://schemas.openxmlformats.org/drawingml/2006/main" prst="roundRect">
            <a:avLst>
              <a:gd name="adj" fmla="val 22894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3F79C1-07C5-403D-85DB-5B91663A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34" y="2078431"/>
            <a:ext cx="102413" cy="102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893615-0EC0-444A-A70A-9DC89BC8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773" y="2078431"/>
            <a:ext cx="102413" cy="102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92267C-53D2-488A-AAE1-087D9E41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46" y="2116836"/>
            <a:ext cx="243230" cy="1408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A6A34D-75E3-4F25-B15B-5F6F4F14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687982"/>
            <a:ext cx="0" cy="153619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F5050C-7DF6-41AC-B720-EA53E6AA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154" y="1611173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F11475-9602-44AF-B6C6-7F31EAF8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518" y="2532888"/>
            <a:ext cx="672084" cy="64008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813B68-4AD6-4869-A0ED-38BE55EF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542" y="2692908"/>
            <a:ext cx="288036" cy="268834"/>
          </a:xfrm>
          <a:prstGeom xmlns:a="http://schemas.openxmlformats.org/drawingml/2006/main" prst="roundRect">
            <a:avLst>
              <a:gd name="adj" fmla="val 28345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ACC844-3BA9-4E16-8486-770E9D5C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22" y="2622499"/>
            <a:ext cx="-281635" cy="24323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625D10-5F21-40FB-B514-BA6E6E7D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396" y="2622499"/>
            <a:ext cx="281635" cy="24323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9F077B-0EA0-4CBA-A541-5D229F07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20924"/>
            <a:ext cx="166421" cy="166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8F93B1-73B0-4208-9B70-7E9ABF28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2820924"/>
            <a:ext cx="179222" cy="1792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9D318A-9053-40F6-9178-75233978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138" y="3172968"/>
            <a:ext cx="-76810" cy="32004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D07F6E-1C37-4565-ACAD-EF161F3A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781" y="3172968"/>
            <a:ext cx="76810" cy="32004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AB2A3E-97D5-4A33-9270-F41C8A9A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965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B87011-9082-4773-9480-FFD79407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96512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779089-E91F-4087-82D1-30525047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17830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Örnek görür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D1D8B7-954E-4682-93D2-6D45A0D8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8892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B6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B6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1DD8B1-7A4F-4837-9852-BF56244E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940" y="1828800"/>
            <a:ext cx="960120" cy="704088"/>
          </a:xfrm>
          <a:prstGeom xmlns:a="http://schemas.openxmlformats.org/drawingml/2006/main" prst="roundRect">
            <a:avLst>
              <a:gd name="adj" fmla="val 10823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66589C-3A95-405B-9FAD-419E001C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956" y="1982419"/>
            <a:ext cx="704088" cy="332842"/>
          </a:xfrm>
          <a:prstGeom xmlns:a="http://schemas.openxmlformats.org/drawingml/2006/main" prst="roundRect">
            <a:avLst>
              <a:gd name="adj" fmla="val 22894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F77999-588B-40C5-BBF6-1F1F621C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174" y="2078431"/>
            <a:ext cx="102413" cy="102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F30383-D46A-4E95-A9E5-C8953543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413" y="2078431"/>
            <a:ext cx="102413" cy="102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543C59-1A24-4089-9335-140F513C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786" y="2116836"/>
            <a:ext cx="243230" cy="1408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31ED7D-CA46-41AA-923D-851908B2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87982"/>
            <a:ext cx="0" cy="153619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B5E718-5C60-4FEE-8C79-00108877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794" y="1611173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B072EE-49F1-4953-A772-8035DBC7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158" y="2532888"/>
            <a:ext cx="672084" cy="64008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07884C-7C4C-4BFF-8D99-B4069406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182" y="2692908"/>
            <a:ext cx="288036" cy="268834"/>
          </a:xfrm>
          <a:prstGeom xmlns:a="http://schemas.openxmlformats.org/drawingml/2006/main" prst="roundRect">
            <a:avLst>
              <a:gd name="adj" fmla="val 28345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5E6C2E-03E3-4424-A044-E6D79713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762" y="2622499"/>
            <a:ext cx="-281635" cy="24323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B2D8F7-45ED-4C09-A93D-934FA946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036" y="2622499"/>
            <a:ext cx="281635" cy="24323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CB6B06-7FE0-4F32-9666-D87B1283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820924"/>
            <a:ext cx="166421" cy="166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3DF75E-1713-4C88-B537-E1E3F055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2820924"/>
            <a:ext cx="179222" cy="1792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74C5CC-3FE4-4A56-977D-0549F5A4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778" y="3172968"/>
            <a:ext cx="-76810" cy="32004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9C154D-F294-4622-85F2-DA86ECC8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421" y="3172968"/>
            <a:ext cx="76810" cy="32004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A4C727-DFCA-49F5-A1AB-10761F44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40965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A2CD19-EFA9-4A64-B0E8-25CE8852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4096512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A26F161-2008-4F75-8AB5-01BB64C7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617720"/>
            <a:ext cx="17830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Hata yapar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F1C16EF-D8BA-4743-9EF6-2BE6A5FA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78892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B6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B6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F726FA-420E-4D1B-B614-F1EC6722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580" y="1828800"/>
            <a:ext cx="960120" cy="704088"/>
          </a:xfrm>
          <a:prstGeom xmlns:a="http://schemas.openxmlformats.org/drawingml/2006/main" prst="roundRect">
            <a:avLst>
              <a:gd name="adj" fmla="val 10823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4FCA659-BFB8-46D9-8282-021B787B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596" y="1982419"/>
            <a:ext cx="704088" cy="332842"/>
          </a:xfrm>
          <a:prstGeom xmlns:a="http://schemas.openxmlformats.org/drawingml/2006/main" prst="roundRect">
            <a:avLst>
              <a:gd name="adj" fmla="val 22894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1420AFB-A816-4E3E-B895-BF93512C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814" y="2078431"/>
            <a:ext cx="102413" cy="102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E6AED37-FFD7-4BBF-A43B-892E6BBB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053" y="2078431"/>
            <a:ext cx="102413" cy="102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B4DC5F1-50D4-4884-A3E1-6A07007C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426" y="2116836"/>
            <a:ext cx="243230" cy="1408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8EF5A0-CD39-4C6B-A4C0-0A9FB7AF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687982"/>
            <a:ext cx="0" cy="153619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59E78C-1860-4993-91B4-8A82068C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5434" y="1611173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60779D-51DB-43F2-90F1-CC2622EA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798" y="2532888"/>
            <a:ext cx="672084" cy="64008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7542E6-E4B7-4FB4-99C2-40838F30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822" y="2692908"/>
            <a:ext cx="288036" cy="268834"/>
          </a:xfrm>
          <a:prstGeom xmlns:a="http://schemas.openxmlformats.org/drawingml/2006/main" prst="roundRect">
            <a:avLst>
              <a:gd name="adj" fmla="val 28345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E307402-F8E9-4117-913A-DA5424E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402" y="2622499"/>
            <a:ext cx="-281635" cy="24323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32C5DF4-B11B-4F3F-8DBF-72E72363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676" y="2622499"/>
            <a:ext cx="281635" cy="24323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4AEF0EE-B0BC-48A3-B657-D1CB7ED5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820924"/>
            <a:ext cx="166421" cy="166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D2C3C30-8BBB-4A89-B1C4-2990C167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820924"/>
            <a:ext cx="179222" cy="1792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0BFE08E-00CC-4719-8197-FFC06A2E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418" y="3172968"/>
            <a:ext cx="-76810" cy="32004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0D14F1C-944C-4177-BE10-F7816574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061" y="3172968"/>
            <a:ext cx="76810" cy="32004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E5D6170-7C96-4D6A-A34B-EC53B8FE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65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8040091-89C1-41D7-8700-E5FF5767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6512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59E9235-9817-4275-9462-64BD794B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617720"/>
            <a:ext cx="17830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Tekrar dener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5BEC761-6B59-4C5E-9257-D5703438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78892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B6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B6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F506218-302C-4B71-82F8-07103EFF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1828800"/>
            <a:ext cx="960120" cy="704088"/>
          </a:xfrm>
          <a:prstGeom xmlns:a="http://schemas.openxmlformats.org/drawingml/2006/main" prst="roundRect">
            <a:avLst>
              <a:gd name="adj" fmla="val 10823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A0129CE-4BDE-4F30-92F3-EA042B52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9236" y="1982419"/>
            <a:ext cx="704088" cy="332842"/>
          </a:xfrm>
          <a:prstGeom xmlns:a="http://schemas.openxmlformats.org/drawingml/2006/main" prst="roundRect">
            <a:avLst>
              <a:gd name="adj" fmla="val 22894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ADED972-B698-43C2-ACCA-54A51B8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454" y="2078431"/>
            <a:ext cx="102413" cy="102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1DD38D8-6328-47B2-9C62-EBE03E98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3693" y="2078431"/>
            <a:ext cx="102413" cy="1024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3FA5565-8253-4408-9C8D-68F15F86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066" y="2116836"/>
            <a:ext cx="243230" cy="1408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A66982-3E4E-4D9D-8011-06697FDE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1687982"/>
            <a:ext cx="0" cy="153619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1539BC8-50DD-4087-8662-680E9012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074" y="1611173"/>
            <a:ext cx="115214" cy="1152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ABE4C5F-FF61-4C40-9756-3FA572D9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438" y="2532888"/>
            <a:ext cx="672084" cy="64008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2609D9A-8913-4CD3-AF05-F1AA9AD7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462" y="2692908"/>
            <a:ext cx="288036" cy="268834"/>
          </a:xfrm>
          <a:prstGeom xmlns:a="http://schemas.openxmlformats.org/drawingml/2006/main" prst="roundRect">
            <a:avLst>
              <a:gd name="adj" fmla="val 28345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AF06A8F-4B08-492B-88D6-767CF792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042" y="2622499"/>
            <a:ext cx="-281635" cy="24323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A0D4211-8A73-4E93-8175-B2EDF64A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9316" y="2622499"/>
            <a:ext cx="281635" cy="24323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36B3FF2-7D41-44E4-81B2-DC2835F7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20924"/>
            <a:ext cx="166421" cy="1664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C43699C-16B2-4A72-A24E-4DF89F93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344" y="2820924"/>
            <a:ext cx="179222" cy="1792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1F6601B-650B-4488-824F-1D9B6EBA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058" y="3172968"/>
            <a:ext cx="-76810" cy="32004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C1DEB70-1D50-457E-AA66-2DD50258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701" y="3172968"/>
            <a:ext cx="76810" cy="32004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2807AC8-3C1A-4570-B255-0E49D755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409651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69FD5F8-D6AE-4E36-A0CC-F15FB3E9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4096512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11B8C69-5825-4FFF-924D-13C5674C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617720"/>
            <a:ext cx="17830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Daha iyi olur</a:t>
            </a:r>
          </a:p>
        </p:txBody>
      </p:sp>
    </p:spTree>
    <p:extLst>
      <p:ext uri="{BB962C8B-B14F-4D97-AF65-F5344CB8AC3E}">
        <p14:creationId xmlns:p14="http://schemas.microsoft.com/office/powerpoint/2010/main" val="21420042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50FE03-61A4-4C63-883C-474ABFEE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2A84B-880B-4773-8069-A4103AD8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7A3D0-2885-4DD4-916F-68814566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8991F-BAA7-4909-AC38-8ECFE5DD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06992-E6A5-4AA1-80A7-C06DEDB7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BBCEE-81FA-4256-8AAB-2415B9F0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156B2-FABA-423C-B6A6-2B745BBE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AA48C-87F8-4F1C-BEA5-A05EF3A6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BC0CF-58C6-47AB-B060-51AD83DB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DDAFC-3EFC-4A07-B978-219092E5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DD6C1-2BF2-4DDF-8141-CDE3CDD4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DA647-66BA-475C-B29F-424E5171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C0465-4D2D-409A-9265-68E61546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D8C21-8C56-426C-BE82-DFBD4CCA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2F28B-3B1B-4BD2-858A-EE34433B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Oyun Başlıyor!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B2539-47B7-48C1-8AA9-C1A399B8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27335-08B4-4CA6-80A6-C3335061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18FA2-0385-472D-B151-FA7D6F40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BFA78-4919-4B3F-A4DC-A15FA009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AC33C-A282-4A7A-B7E8-7B665EB7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FAD63-118A-4FF8-812E-98ACE26B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8D845-9746-4E0E-935B-61C6A078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7959A-4D9D-47FD-BFA5-FD3277F1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355F77-CF16-4577-8C97-61792B36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EB92D-B3AC-46A5-8F6B-7BAB4CBD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DD3CB9-C7D1-4550-A4DB-F0140328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F5DD05-AB2C-41DB-9F6C-3F704135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64B42E-A834-4123-8857-65F557F5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E65DC4-94B3-4B59-8C01-950C573C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3AD471-340B-4020-B070-57A4C301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4993A2-D55F-4581-98C7-6DD9EDC6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28800"/>
            <a:ext cx="338328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73E0B9-839E-4068-8B66-AD798DEC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103120"/>
            <a:ext cx="132588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8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3480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E3D186-83E9-4F09-8D0C-39878E45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4069080"/>
            <a:ext cx="2560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Kedi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79DC83-F5FB-4017-8BC5-3ECCC421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338328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939052-1BCD-47F8-81B8-A03FF395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103120"/>
            <a:ext cx="132588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8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3480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151EFF-2B29-4B36-83F3-ED9C6BC3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69080"/>
            <a:ext cx="2560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Köpek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93CC83-251C-488E-B52E-26342A1E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7432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8B4DE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8B4DE8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726866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DDF1C8-88F2-435E-88AE-7CDF1E4D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F6179-72EC-4FD9-BB60-C0737462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73C7F-EA91-4516-824D-9D2349A9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D180F-F3B7-4AA4-BD49-7BB3051E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C19D6-3721-48E6-8E43-EE90F5A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82998-45BD-445A-A4C2-C98CD075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63AF0-D748-4A02-B41A-36CC94B4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CB184-3C0E-49A1-A6B4-F12B70C2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6E7E8-97CB-4D53-8BF0-5600F605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0BF9C-521E-439E-9E52-D5A56247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5734C-BE0E-4EE6-B8E1-98961BDD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50050-7AD9-43EB-8809-07223993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99579-B6FF-43C3-A114-4E8C4863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6BDD7-6408-4229-9D56-E4DD81FA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806E4-C5FA-4987-8D99-97D146FD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Harika!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B2000-8A69-4911-B6AB-D0662FF7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52851-6A99-4304-9683-F08E9C78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94D14-2CDE-4421-8875-63F6284D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D98E1-A061-4DFC-AF88-E9E5A871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F5027-295A-4E4F-AD17-7FF3EE76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46EF7-BB08-4383-A4A9-A823660D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698CA-F6FF-461F-BE7C-5E398000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40EAC4-D49B-4669-9712-63B29CC9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ED38B1-5595-41B6-9622-DACB3CC3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3F90DC-49A6-41D1-9D08-B4DBA598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12C8F-91B6-4CD9-AEA5-71FB1847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655615-615A-4550-B7BD-C29FFE4C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890C72-7F5A-48E8-BE43-4B024629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FA2BC3-19DB-4496-A1CD-15BED543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40B883-97C1-46AD-8F9D-A2EDB8E6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208EE-CF9C-4023-AD4C-BC51145D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846" y="2011680"/>
            <a:ext cx="1577340" cy="1156716"/>
          </a:xfrm>
          <a:prstGeom xmlns:a="http://schemas.openxmlformats.org/drawingml/2006/main" prst="roundRect">
            <a:avLst>
              <a:gd name="adj" fmla="val 6588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BBD4C3-E21D-46E4-94FB-6D00A942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158" y="2264054"/>
            <a:ext cx="1156716" cy="546811"/>
          </a:xfrm>
          <a:prstGeom xmlns:a="http://schemas.openxmlformats.org/drawingml/2006/main" prst="roundRect">
            <a:avLst>
              <a:gd name="adj" fmla="val 13935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93402A-6BF5-41C7-9D42-FE60B741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017" y="2421788"/>
            <a:ext cx="168250" cy="16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087836-E6AD-45ED-BCCC-ADF25411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766" y="2421788"/>
            <a:ext cx="168250" cy="16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FB7EF1-773B-4085-803A-F7048333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235" y="2484882"/>
            <a:ext cx="399593" cy="231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7A2AAC-C7B4-475B-B904-D06A80A0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516" y="1780337"/>
            <a:ext cx="0" cy="25237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88557E-8DC8-42A9-8DC6-C9AF1F21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91" y="1654150"/>
            <a:ext cx="189281" cy="1892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67105E-8E5E-440D-B9FE-BEFDBC37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705" y="3168396"/>
            <a:ext cx="1104138" cy="105156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896665-A2AF-4492-9FC9-E25710E9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173" y="3431286"/>
            <a:ext cx="473202" cy="441655"/>
          </a:xfrm>
          <a:prstGeom xmlns:a="http://schemas.openxmlformats.org/drawingml/2006/main" prst="roundRect">
            <a:avLst>
              <a:gd name="adj" fmla="val 17253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D7E381-E61D-495C-A6BA-E37219F9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767" y="3315614"/>
            <a:ext cx="-462686" cy="39959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D8776A-B955-4938-BA73-7767B775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718" y="3315614"/>
            <a:ext cx="588874" cy="-504749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44F50A-47A4-4093-91DA-9D2F71E4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956" y="3641598"/>
            <a:ext cx="273406" cy="2734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59887C-36F4-49C3-BCE1-E2D4469C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951" y="2705710"/>
            <a:ext cx="294437" cy="2944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0F3E9C-E7B4-4464-85FB-25979D15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079" y="4219956"/>
            <a:ext cx="-126187" cy="5257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AD0E78-2ABC-487C-A6C1-0AEFB86C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922" y="4219956"/>
            <a:ext cx="126187" cy="5257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2B44E8-7E82-4096-BBD9-04B8E10E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11680"/>
            <a:ext cx="5394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Az önce siz de bir yapay zeka gibi öğrendiniz!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5D333A-4B13-4A0F-A9C8-955CB1F2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94690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757A9B-99CF-47D1-9A85-BD52C7C5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53583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04DB3"/>
          </a:solidFill>
          <a:ln xmlns:a="http://schemas.openxmlformats.org/drawingml/2006/main" w="0">
            <a:solidFill>
              <a:srgbClr val="F04DB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72C273-FD7B-4C41-9172-C7223E2A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94690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D3E573-3DD4-41B4-BB1A-A7AEACC6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53583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B634FC-5614-4860-80DE-65C41562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984" y="494690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04DB3"/>
          </a:solidFill>
          <a:ln xmlns:a="http://schemas.openxmlformats.org/drawingml/2006/main" w="0">
            <a:solidFill>
              <a:srgbClr val="F04DB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4F7303-C6F1-4F8A-AC86-CD7F1638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53583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993C31-8153-4C20-B41B-D1384F6F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94690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ACD77B-E96A-4CB4-9926-F888A828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53583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04DB3"/>
          </a:solidFill>
          <a:ln xmlns:a="http://schemas.openxmlformats.org/drawingml/2006/main" w="0">
            <a:solidFill>
              <a:srgbClr val="F04DB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56E5D1-6888-45B2-930E-F99CB3FE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94690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5E1D39-5F4A-44FD-9398-E31AD8C3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53583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3C67CB-4527-44BB-97B9-97DB5F31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984" y="494690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04DB3"/>
          </a:solidFill>
          <a:ln xmlns:a="http://schemas.openxmlformats.org/drawingml/2006/main" w="0">
            <a:solidFill>
              <a:srgbClr val="F04DB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39E0D6-56AB-4930-9AA6-5FA918D2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53583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9581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495918-9F7E-4697-945E-DE030C0B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41DDA-A05E-4CFD-A009-62E834D9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53AA2-AE7F-474C-88EA-1812373D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70B7D-F834-43AD-BB03-7F2E1F58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9296F-5EB9-47C4-B688-04394432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75CB2-7C0F-4313-A56B-B635C043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F8995-53F1-468C-A87B-24880E1B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18737-86A5-40BC-B6CF-4E402907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9A45A-B7BD-4C4E-862E-DB7D6012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ED4D7-3E91-4830-89EC-26B452D3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7675C-DA8A-4BD9-BD5F-96619DD6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D9333-10B8-4423-9C22-3E232912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4FB8A-A852-4BC3-B4B1-5D7CC3D3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B45D8-0D83-4344-A62D-FF7D7087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3C821-A7DD-49FE-BBB5-F5A99A84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Telefonlarda Yapay Zeka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14C07-3DA4-4D5D-94E3-55508F6E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E6636-489C-49A1-B635-5CE4E183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8C676-FCE3-4AA4-8535-58D9A3E7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D16A3-AB7A-4563-AB1C-1D281E29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86C56-A3E3-4D9C-BD59-9B611BEB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02A73-06B2-4F3C-9CEA-488DEA6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7435A-0CEA-4343-841F-A5D78D88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D36F3-11CD-4B7B-89F7-2517E4E0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B1B66-3512-4B36-B6FF-E41AAECB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A38EF-457E-4316-ACDF-DB86CABD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8B07E1-E37C-4AE7-A7F5-1C2DA053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0F856-608F-414A-A53F-AEAC922C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3D3766-A691-4E49-A783-CAA1A081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58C863-C97C-4ACE-A1FB-63DC384F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E7AF40-ADCA-41D1-8C9D-0134DEBD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0ADBC2-4482-4DE1-BB51-6C7EC9F5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72768"/>
            <a:ext cx="6126480" cy="3977640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152977-A1EF-42D4-9C6D-F802D322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08483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2A82EF-BC1B-4534-85E4-4114924E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2011680"/>
            <a:ext cx="50292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Yüzümüzü tanıyabilir.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F33E6E-CA98-4404-A311-18A0FBB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151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693282-4EA7-4DE4-9579-18940FBD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2542032"/>
            <a:ext cx="50292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Sesimizi anlayabilir.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D628DF-5839-4B4E-814B-5CFCB2F9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4553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5CEAA4-AEB9-4FCE-9EC3-763CF1EE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3072384"/>
            <a:ext cx="50292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Fotoğrafları düzenleyebilir.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812B48-027C-452D-A68A-2B257EED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253" y="2086661"/>
            <a:ext cx="663854" cy="1237183"/>
          </a:xfrm>
          <a:prstGeom xmlns:a="http://schemas.openxmlformats.org/drawingml/2006/main" prst="roundRect">
            <a:avLst>
              <a:gd name="adj" fmla="val 11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6839A7-3397-4005-A8A7-2046EFB3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778" y="2267712"/>
            <a:ext cx="482803" cy="8298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DFFF"/>
          </a:solidFill>
          <a:ln xmlns:a="http://schemas.openxmlformats.org/drawingml/2006/main" w="0">
            <a:solidFill>
              <a:srgbClr val="83D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2CF81E-1BE1-447B-8328-BAF222D1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830" y="3157880"/>
            <a:ext cx="120701" cy="1207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D6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A05D0B-BB3C-4393-B4F5-C1C73E97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8085" y="1874520"/>
            <a:ext cx="880750" cy="88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F7321B-35D6-4D65-B2C1-80666157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8085" y="1792590"/>
            <a:ext cx="880750" cy="532547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B35670-6323-4357-B332-EA31DCCB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4117" y="2222724"/>
            <a:ext cx="81930" cy="819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8A19FB-0B41-4460-A263-B6B41E7A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596" y="2222724"/>
            <a:ext cx="81930" cy="819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C5F963-F90F-43BF-AA37-6DCE3F20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047" y="2304654"/>
            <a:ext cx="245791" cy="184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2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72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EE7D6A-FCE0-414D-B880-1B095E7E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431" y="2724546"/>
            <a:ext cx="1126541" cy="1075334"/>
          </a:xfrm>
          <a:prstGeom xmlns:a="http://schemas.openxmlformats.org/drawingml/2006/main" prst="roundRect">
            <a:avLst>
              <a:gd name="adj" fmla="val 7086"/>
            </a:avLst>
          </a:prstGeom>
          <a:solidFill xmlns:a="http://schemas.openxmlformats.org/drawingml/2006/main">
            <a:srgbClr val="F04DB3"/>
          </a:solidFill>
          <a:ln xmlns:a="http://schemas.openxmlformats.org/drawingml/2006/main" w="0">
            <a:solidFill>
              <a:srgbClr val="F04DB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ADE3CD-7279-4F0A-A8EA-F895A3CE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326" y="2949854"/>
            <a:ext cx="-389169" cy="45061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A9C0A4-EDC6-4ED6-9BD9-14CA3458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594" y="2949854"/>
            <a:ext cx="389169" cy="45061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35017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5578F2-8333-4DE4-9783-C582EC90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E6517-3FDB-420E-822A-40FD24A5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A0DAC-44C1-4B6F-A6A7-F47938E4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F4B53-49CC-4ACD-BB87-E4A3D11B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B8CC9-3DDE-4EBF-A605-4D3A2FD7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7016F-B248-4A6B-9F18-91B11842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E23A7-04D0-4AE1-AAC4-1F46615A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B4894-E75B-4D0D-958C-111CA185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25AE1-4546-4D06-B015-C6A2C572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3584F-A928-4FFC-A73F-F702A21C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97DFF-D1FD-4B35-9FD8-26E73B5F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EBA10-C757-4E92-A55C-2368293A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02E81-B8C6-46B2-AC8D-B3734136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F736C-E644-4D8B-8B9B-7990FCFA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C5FF4-5A15-4DB3-9B87-83EC841B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Oyunlarda Yapay Zeka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3831A-872F-450E-AA85-03D16A9E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6D21B-B846-41C8-8975-C25EEF95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82B17-0650-4DF3-82BF-41FB3498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C6851-EDAF-4647-AFB7-6EE8D39A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FE80F-9D49-4FC1-9057-8C4309D7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F26C1-56C2-4586-AB80-B012CF73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E59CA6-B0C2-4E8F-B47A-F034DA3F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05CEB5-2C23-4EDD-A61B-49B18569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E6C29D-4541-4A1D-8FF3-9E92AD6B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0A2773-7975-4BE2-85EA-CCFE12E9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103B34-5D5C-4BB5-827A-BDC8773E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19A6E-AA1B-45E1-A462-72020880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87575-15DC-4A39-B964-26574280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7242EF-A966-41B8-A6E6-CB519A9B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6EE629-1CF5-4170-AE14-8BE1E6E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5B990-4D49-4125-BE9A-3F9EBCED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72768"/>
            <a:ext cx="6126480" cy="3977640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D834B8-14C3-41D0-905B-F95FBFAC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08483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D005EB-639D-4FA3-81E0-B75033C9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2011680"/>
            <a:ext cx="50292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Rakip olabilir.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5CC47E-2989-488D-B4B2-7050F2F5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151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C15151-F26F-46EF-BC78-A94D353D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2542032"/>
            <a:ext cx="50292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Yardımcı olabilir.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622492-67F7-4552-BE08-33F37821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4553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387498-FE10-4726-912F-06E77D74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3072384"/>
            <a:ext cx="50292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Yeni dünyalar oluşturabilir.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751B6A-684C-441D-8EA8-567E81AA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65960"/>
            <a:ext cx="150876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6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3960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0FD70B-0697-46C9-AA98-D9516112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84" y="1920240"/>
            <a:ext cx="865022" cy="8650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2A17B5-3BFA-41EF-9486-EC2EA8A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84" y="1839773"/>
            <a:ext cx="865022" cy="523037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8CAD18-A951-49A4-B26B-C7866D50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262226"/>
            <a:ext cx="80467" cy="804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EDED49-D838-4C62-9863-D5634C96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954" y="2262226"/>
            <a:ext cx="80467" cy="804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11AAC3-6632-4413-A823-784BE571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611" y="2342693"/>
            <a:ext cx="241402" cy="1810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6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3C8E5A-0A31-4019-B7CF-F1C884BF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042" y="2755087"/>
            <a:ext cx="1106424" cy="1056132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FA80C1-23D3-41D4-819D-86844ED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742" y="2976372"/>
            <a:ext cx="-382219" cy="44257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24C96E-7D98-484C-97E2-9C70B5F2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976372"/>
            <a:ext cx="382219" cy="44257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24056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969A8-5F40-43A8-9A63-B2A11AC2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CACF7-1DF7-409A-AF36-4980E1FE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50B42-9B28-4D89-A68D-E3C146BD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8BDD4-5025-4895-96BA-1E0295CC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70D76-4EB9-4876-9639-FB0B112C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956BB-0861-4A66-8A0D-46F0DBD1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42AD4-A5F8-4A84-9252-B42CF67F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46DA5-CA9B-4726-A88C-7B60D3B1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4C7DE-91C2-41BA-95D9-1B33E2EC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1184B-0E1C-42CB-9B51-5C4AC41D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C4663-4DFC-41E6-848E-9184A199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5337A-4F8A-461F-9D9A-F10FD896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2EEB6-C261-432A-A6F3-40775C33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D7BF2-FE38-4C18-801C-4CC2E84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6D2F2-3768-4B44-9E26-D12F2918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Hastanelerde Yapay Zeka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0FE36-99CE-4DDE-8033-5A39EB1A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E3091-0D8F-4673-8A59-631344CC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775D2-960B-4D27-B6DA-6A61BEC0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D9145-311B-4DC2-95B8-4B24FDC5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635EF-E6DC-4D9D-AB98-F312CD6E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8DB85-9FB6-4573-BFB7-6DFBB6D1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68738-700E-45CE-A105-402B4E71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D166F-005B-487B-89F5-8437468E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33142-B6DC-45AB-976B-99AED9F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ACEA7-60D3-4DD5-B59A-5C6C43AE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97BB2-3D10-459E-BF35-6171F98C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E716FD-BF43-4721-BA2E-A16D031C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EBDBEF-911F-4BF2-9008-50A09780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9F20D2-3530-42F4-BC33-4D49A15B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11DF7F-4BCA-41CE-85CF-2076EB1A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5AA68D-3FA0-4237-8967-98F5AF27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72768"/>
            <a:ext cx="6126480" cy="3977640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3F2EBF-72BC-4EF3-BC37-9A7D2A3A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08483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CF1CD-731E-4265-A899-70C8B74F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2011680"/>
            <a:ext cx="50292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Doktorlara yardım eder.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77B473-532D-435E-9DDC-1E3933C9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151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25EC8B-26F8-4BAC-A93D-158A472E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2542032"/>
            <a:ext cx="50292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Hastalıkları daha hızlı bulmaya yardımcı olur.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06155C-259B-4BF9-A6B1-BA3C00BE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65960"/>
            <a:ext cx="150876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6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3960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614BF3-6CB0-4A63-BE8C-B935F3D9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522" y="1965960"/>
            <a:ext cx="1440180" cy="1056132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9E0A53-2165-463A-AC4D-E8C8E58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546" y="2196389"/>
            <a:ext cx="1056132" cy="499262"/>
          </a:xfrm>
          <a:prstGeom xmlns:a="http://schemas.openxmlformats.org/drawingml/2006/main" prst="roundRect">
            <a:avLst>
              <a:gd name="adj" fmla="val 15263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A963C6-C4EB-461B-AED8-4A1EA03B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374" y="2340407"/>
            <a:ext cx="153619" cy="1536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72ECB5-C82B-4F86-85C8-88B37836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231" y="2340407"/>
            <a:ext cx="153619" cy="1536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3404B2-42D5-4B7E-AB4B-026CECE8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790" y="2398014"/>
            <a:ext cx="364846" cy="2112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45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945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4B83E1-0296-4B9D-90B3-866F7805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612" y="1754734"/>
            <a:ext cx="0" cy="230429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46EC9C-AC62-4E09-8EC9-BBB109AF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802" y="1639519"/>
            <a:ext cx="172822" cy="172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9970DB-B655-4A5D-B8CC-91887199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350" y="3022092"/>
            <a:ext cx="1008126" cy="96012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2D51C7-AB5E-4335-8CFA-582D083A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386" y="3262122"/>
            <a:ext cx="432054" cy="403250"/>
          </a:xfrm>
          <a:prstGeom xmlns:a="http://schemas.openxmlformats.org/drawingml/2006/main" prst="roundRect">
            <a:avLst>
              <a:gd name="adj" fmla="val 18896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B1DF34-5A34-4F05-B762-847B3A7F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754" y="3156509"/>
            <a:ext cx="-422453" cy="36484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157148-DA0F-48AD-8FF4-200537CE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666" y="3156509"/>
            <a:ext cx="537667" cy="-46085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E2CA2F-1ABC-4BED-9E88-BA3D8D7B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8492" y="3454146"/>
            <a:ext cx="249631" cy="2496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D84602-33C9-40C1-9F47-2D640051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922" y="2599639"/>
            <a:ext cx="268834" cy="2688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8EC622-5F6A-44CA-B20D-04C1B46F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778" y="3982212"/>
            <a:ext cx="-115214" cy="48006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BFEEB0-FB03-42B7-A47C-E39F2616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243" y="3982212"/>
            <a:ext cx="115214" cy="48006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28343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D7F736-6966-4024-8566-678A2166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62FC3-BF88-4849-B412-09E1653C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7D2FE-002D-47D7-8A30-2A6055AE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EC06A-72A9-4387-9BAD-AEA51AA6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F569D-F3B4-4810-84EF-2F30172D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72468-A2B0-4114-BD16-C6CE8144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EF4E6-774F-41D3-BFA2-8516A951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06C65-7A79-4D9A-88F4-0F06162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B5429-CC24-48B2-B13E-F8E36875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64E68-22C8-4E81-A6C4-D575CEDA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5E925-D430-431D-8727-5B0906B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1749D-79BC-4536-9C66-0F884F60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8F0F0-CFBA-4D08-A6E6-0CBCDB95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9A8D0-921F-41C5-AB7C-09F42DAE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F0776-8F18-43BB-B32B-D5120DC3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Arabada Yapay Zeka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39992-6529-4D9E-9E35-9B76CE7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A22F3-CE1C-4612-B7AE-2CD8A7D7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21449-154E-4D2A-8E9B-C032D3A1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53DB5-525C-4BD6-913A-35BC7882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05C8C-D9ED-4B7B-8F2E-C27536E8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F5768-60C2-4233-B3A0-749EC8A2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D4EA2-B4F6-4352-A4FB-4037B47D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5C750-289C-4F6B-BC62-9F5835E0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71C8B9-68B1-4EE2-A90A-8D2ED4BF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F292B-4550-4B70-8C3E-B98CE449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5F6DD-7E69-43F4-93C6-740B5A0C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A3633-BB12-4784-8DDC-4873B36F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92B143-E329-40BB-BFD8-76C0432B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DD43D1-E666-4FF2-976C-DC82FE3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CAA7CE-9A7E-47D9-AF89-3BA0A3C5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B17F5-F0EE-4F30-93A9-8E0937D9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72768"/>
            <a:ext cx="6126480" cy="3977640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AA4D84-F5A8-44C3-9403-B47BB64F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08483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7272DD-5D1D-4297-B393-51D87D9A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2011680"/>
            <a:ext cx="50292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Trafik işaretlerini tanıyabilir.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9F3AD4-5F65-428A-B601-B76C61F7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151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EA9CF5-8285-4917-AAF5-010C2C4D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2542032"/>
            <a:ext cx="50292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Yolu takip edebilir.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46B6AD-B1DC-4787-A1DD-0E410591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4553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3424F1-F9CD-4FFE-90B9-C6433719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3072384"/>
            <a:ext cx="50292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Sürücüye yardım eder.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3970FB-32DA-43AC-A704-5AA8854C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202" y="2644902"/>
            <a:ext cx="1025957" cy="422453"/>
          </a:xfrm>
          <a:prstGeom xmlns:a="http://schemas.openxmlformats.org/drawingml/2006/main" prst="roundRect">
            <a:avLst>
              <a:gd name="adj" fmla="val 18038"/>
            </a:avLst>
          </a:prstGeom>
          <a:solidFill xmlns:a="http://schemas.openxmlformats.org/drawingml/2006/main">
            <a:srgbClr val="F05252"/>
          </a:solidFill>
          <a:ln xmlns:a="http://schemas.openxmlformats.org/drawingml/2006/main" w="9525">
            <a:solidFill>
              <a:srgbClr val="C72F2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E351A2-5D75-4822-980D-569EBD9B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603" y="2358238"/>
            <a:ext cx="543154" cy="392278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9525">
            <a:solidFill>
              <a:srgbClr val="C72F2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7969D6-C5C6-419C-AE5B-FE02E179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990" y="2976829"/>
            <a:ext cx="241402" cy="241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043"/>
          </a:solidFill>
          <a:ln xmlns:a="http://schemas.openxmlformats.org/drawingml/2006/main" w="0">
            <a:solidFill>
              <a:srgbClr val="26304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47C09D-D653-4DAE-BAC4-D8BF4CFB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2976829"/>
            <a:ext cx="241402" cy="241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043"/>
          </a:solidFill>
          <a:ln xmlns:a="http://schemas.openxmlformats.org/drawingml/2006/main" w="0">
            <a:solidFill>
              <a:srgbClr val="26304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FF3D7B-C571-4B73-9307-F6FEA3B6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279" y="2011680"/>
            <a:ext cx="1344168" cy="985723"/>
          </a:xfrm>
          <a:prstGeom xmlns:a="http://schemas.openxmlformats.org/drawingml/2006/main" prst="roundRect">
            <a:avLst>
              <a:gd name="adj" fmla="val 7730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6DCAD5-552A-4BD4-A793-558043D5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502" y="2226747"/>
            <a:ext cx="985723" cy="465978"/>
          </a:xfrm>
          <a:prstGeom xmlns:a="http://schemas.openxmlformats.org/drawingml/2006/main" prst="roundRect">
            <a:avLst>
              <a:gd name="adj" fmla="val 16353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C34DE1-20CA-439B-AF12-F4BCF820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607" y="2361164"/>
            <a:ext cx="143378" cy="1433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587089-1192-42EB-B300-D5FC4AC1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741" y="2361164"/>
            <a:ext cx="143378" cy="1433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A09556-AACA-496E-9519-089D984D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063" y="2414930"/>
            <a:ext cx="340523" cy="19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2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882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0586BE-F944-465B-9F2B-07F9870C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363" y="1814535"/>
            <a:ext cx="0" cy="21506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6342CE-4A69-4328-BF3B-47651F2E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674" y="1707002"/>
            <a:ext cx="161300" cy="161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4B87EA-6C43-46DD-AA7B-936401B8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9385" y="2997403"/>
            <a:ext cx="940918" cy="896112"/>
          </a:xfrm>
          <a:prstGeom xmlns:a="http://schemas.openxmlformats.org/drawingml/2006/main" prst="roundRect">
            <a:avLst>
              <a:gd name="adj" fmla="val 8503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1D4A44-230C-4125-9592-70F76EB8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219" y="3221431"/>
            <a:ext cx="403250" cy="376367"/>
          </a:xfrm>
          <a:prstGeom xmlns:a="http://schemas.openxmlformats.org/drawingml/2006/main" prst="roundRect">
            <a:avLst>
              <a:gd name="adj" fmla="val 20246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44431F-84F8-475F-8849-9251B8D0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229" y="3122859"/>
            <a:ext cx="-394289" cy="34052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F25333-23F6-4A14-80A1-FDB9A3CF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8614" y="3122859"/>
            <a:ext cx="501823" cy="-43013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9DE51E-2092-49C0-9E0C-72CAD91E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3400654"/>
            <a:ext cx="232989" cy="2329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B0474D-3F07-4FB5-BF52-66141866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786" y="2603114"/>
            <a:ext cx="250911" cy="2509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F0E649-BADA-4EB2-A0F5-A748B159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452" y="3893515"/>
            <a:ext cx="-107533" cy="44805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8279ED-4D05-46AC-883C-24695A6A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352" y="3893515"/>
            <a:ext cx="107533" cy="44805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929573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316157-7D08-4368-B4D2-4ABFC0D0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A2A6C-9ADF-492A-A7AE-4B7389B9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05D45-8641-4E6F-AC90-C9BDD70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DE810-2B49-47F8-8753-82D52103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7E644-B50C-4CCB-BFC7-5E4A0367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308F6-BE08-4485-9233-31825994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CE8DE-828F-43CE-A377-087D2D7F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C9543-5871-4B00-B1DD-1B1564CD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8E618-95FC-4892-BF6D-16E3D038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0F104-AC38-4035-8259-13F5AD5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06FA6-EBC5-4FF4-A196-75E8F578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86464-0ADF-49E3-9D8B-59E4A035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9A670-72FB-4C97-9E1F-5D41FC61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E6018-A2A8-43F6-BD7F-8F45E47F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2A659-55B3-402B-9877-FFE63C24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Yapay Zeka Çok İyi Neleri Yapar?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BA528-6327-4D8C-A40F-3AAFF1D9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A6400-5B26-4CD9-99D7-839D5B28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F729F-90EC-477B-8146-DB046F42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0E0AF-456A-4C45-919D-0449B08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5DE3D-5894-4D06-B65B-900E6DC2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BF212-F2DC-492B-96F6-9B74EB89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6A42D2-FFC8-45FB-8545-F97A4DE2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46C3E-A770-4702-9FC1-C11AA155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319A74-93AF-4E10-BA92-8766B784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58EFB4-110D-44DB-A8E8-5A0F3756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C6B75C-FFEF-429D-A1B4-02CB0993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CB9775-77DA-4612-8507-7C4B595A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DB5E95-1750-4EBC-80B3-2E828441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F689C-64A0-40EF-8A7E-8EC7A13C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A7852A-1392-4C2F-ADDE-99C7F1D2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AA4ADC-7729-40F1-88DF-57C672CD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536192"/>
            <a:ext cx="6263640" cy="4069080"/>
          </a:xfrm>
          <a:prstGeom xmlns:a="http://schemas.openxmlformats.org/drawingml/2006/main" prst="roundRect">
            <a:avLst>
              <a:gd name="adj" fmla="val 1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9C8F27-3C78-4360-8FE9-40EA83B0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99AB79-5615-4315-B4E2-DEC91A99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1920240"/>
            <a:ext cx="53035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Çok hızlı hesaplama yapar.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0C07B0-AE72-452E-8BDD-9FC4882F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52374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6B2484-5136-4F2C-93EC-91882722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2450592"/>
            <a:ext cx="53035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Çok fazla bilgiyi hatırlar.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24683F-5E65-4A6F-8D9C-FC20E289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05409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E9AAF5-8BF7-4BEC-9471-E8C01899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2980944"/>
            <a:ext cx="53035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Resimleri tanıyabilir.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18768E-686B-4588-8AD6-5A27C76F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203" y="1874520"/>
            <a:ext cx="1481328" cy="1086307"/>
          </a:xfrm>
          <a:prstGeom xmlns:a="http://schemas.openxmlformats.org/drawingml/2006/main" prst="roundRect">
            <a:avLst>
              <a:gd name="adj" fmla="val 7015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91EAC0-9103-4DBF-BB92-4E9FC392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714" y="2111532"/>
            <a:ext cx="1086307" cy="513527"/>
          </a:xfrm>
          <a:prstGeom xmlns:a="http://schemas.openxmlformats.org/drawingml/2006/main" prst="roundRect">
            <a:avLst>
              <a:gd name="adj" fmla="val 14839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EA6AF4-E9A4-48F3-B8DE-E183CE2E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851" y="2259665"/>
            <a:ext cx="158008" cy="158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1D86C5-123D-477A-8E0B-BE1DC9D3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876" y="2259665"/>
            <a:ext cx="158008" cy="158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F2E2DD-107E-4F50-AE0D-FD62199D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108" y="2318918"/>
            <a:ext cx="375270" cy="2172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2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972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80788D-6EDD-4538-8EB8-49DC2C4C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67" y="1657259"/>
            <a:ext cx="0" cy="237012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B7832B-4712-43F5-8EB2-15E9BA52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6863" y="1538752"/>
            <a:ext cx="177759" cy="177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089C56-FF18-4F8E-ADFE-43D6E864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340" y="2960827"/>
            <a:ext cx="1036930" cy="987552"/>
          </a:xfrm>
          <a:prstGeom xmlns:a="http://schemas.openxmlformats.org/drawingml/2006/main" prst="roundRect">
            <a:avLst>
              <a:gd name="adj" fmla="val 7716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5A5BE5-FB49-44AD-8124-975EF9C0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606" y="3207715"/>
            <a:ext cx="444398" cy="414772"/>
          </a:xfrm>
          <a:prstGeom xmlns:a="http://schemas.openxmlformats.org/drawingml/2006/main" prst="roundRect">
            <a:avLst>
              <a:gd name="adj" fmla="val 18372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EA19F5-6B42-499A-B6E7-ADC9AECF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842" y="3099084"/>
            <a:ext cx="-434523" cy="37527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463D33-A2DC-4338-B260-1809345F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266" y="3099084"/>
            <a:ext cx="553029" cy="-4740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FDEF7C-E00D-4D02-90E5-1E4623D1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315" y="3405226"/>
            <a:ext cx="256764" cy="256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A9F153-E9A1-45DB-8D9B-1D0BA594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415" y="2526304"/>
            <a:ext cx="276515" cy="2765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C500DE-3802-4EB0-9A43-0D0C3705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353" y="3948379"/>
            <a:ext cx="-118506" cy="49377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C7996B-6CC0-40B9-871B-3971DB41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631" y="3948379"/>
            <a:ext cx="118506" cy="49377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937B48-08C4-4623-9CB1-B21D95DB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600200"/>
            <a:ext cx="8229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5B66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B66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3963246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226D07-6AD3-407F-8B0B-C2EB5795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18D1F-C322-4304-ACF2-6C7776AB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59447-5CEC-440D-B060-4CD82974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B239B-E4E7-4E90-8CAB-D066E198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B98D2-E87B-416F-899B-9C46917E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71CED-320E-45A5-883E-13E1336C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F4CCE-A036-4941-AFF1-3B839752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553F7-9A9B-4551-AF68-42121C2B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4BC58-F3F8-4A7B-AB3A-7F2CAD10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E58E0-7F51-4BA4-B907-ED9C150B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2E376-4C9A-4684-BD87-31792C3F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0B715-8AC9-47B1-BE73-3B50293F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8E3F4-DAB0-424D-AE6C-B8D08B8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46829-5F4A-428B-88E0-37D6593A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D702C-C126-4E55-9E50-4F0E1095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Yapay Zeka Neleri Yapamaz?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21CE3-DBA4-443A-8056-054CBE23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8CD93-3010-46E2-926C-7A804DA8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8B946-D6B1-400D-B664-8C509392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DB33A-83FA-4CC2-8BE1-9FA1D0B1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5433C-C7C9-4210-8293-200B8BC6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08172-0459-4CAB-B457-8221A3A7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A14B0-1C0B-472D-BA40-F52CF993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CDCA5-774F-43A8-929A-0C1B347F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0DC59-7CF0-4BC4-B6A3-AE22B0FE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311A98-6948-483E-A499-D5C18C2F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D31B3D-57DF-4E83-9204-7DD3A3F6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7AC85F-6969-4DF4-A706-CB21226D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82C94F-3410-4126-A9A8-B75519F5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9A6DC5-E45B-4093-AFE0-35222C9C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4A949D-3A3B-4B93-9DBE-A11E9FFB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007A74-D86D-4ABD-8642-C2EAE87A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536192"/>
            <a:ext cx="6263640" cy="4069080"/>
          </a:xfrm>
          <a:prstGeom xmlns:a="http://schemas.openxmlformats.org/drawingml/2006/main" prst="roundRect">
            <a:avLst>
              <a:gd name="adj" fmla="val 1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FBFED-A736-43F2-A282-928FEC93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373CD7-F3CE-4642-817F-D0D29ED1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1920240"/>
            <a:ext cx="53035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Üzülemez.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25C973-FEF2-4297-8641-633190BF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52374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C6A2DD-EC3E-456D-8AA1-55589ACF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2450592"/>
            <a:ext cx="53035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Mutlu olamaz.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187660-1679-4385-B1AA-33301342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05409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94D407-A935-4F75-B1D5-CD9A5A53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2980944"/>
            <a:ext cx="53035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Gerçek arkadaş olamaz.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9D209F-1D22-4C1E-ABE8-4CA2208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203" y="1874520"/>
            <a:ext cx="1481328" cy="1086307"/>
          </a:xfrm>
          <a:prstGeom xmlns:a="http://schemas.openxmlformats.org/drawingml/2006/main" prst="roundRect">
            <a:avLst>
              <a:gd name="adj" fmla="val 7015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8768AA-AF86-4106-99EA-3C94C66E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714" y="2111532"/>
            <a:ext cx="1086307" cy="513527"/>
          </a:xfrm>
          <a:prstGeom xmlns:a="http://schemas.openxmlformats.org/drawingml/2006/main" prst="roundRect">
            <a:avLst>
              <a:gd name="adj" fmla="val 14839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036B91-2DBC-4392-BCD0-4C265EFE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851" y="2259665"/>
            <a:ext cx="158008" cy="158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7B7B11-BCE0-4A05-BE4D-BB9243BF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876" y="2259665"/>
            <a:ext cx="158008" cy="158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01C6CF-238E-4D70-8DBF-3521C0D2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108" y="2318918"/>
            <a:ext cx="375270" cy="2172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2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972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506EAD-6968-4EB0-8687-24329538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67" y="1657259"/>
            <a:ext cx="0" cy="237012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0E322F-AF82-4A7D-9846-E92CC266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6863" y="1538752"/>
            <a:ext cx="177759" cy="177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6B3BAA-EE90-4BCA-B6B6-805CA90C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340" y="2960827"/>
            <a:ext cx="1036930" cy="987552"/>
          </a:xfrm>
          <a:prstGeom xmlns:a="http://schemas.openxmlformats.org/drawingml/2006/main" prst="roundRect">
            <a:avLst>
              <a:gd name="adj" fmla="val 7716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C68AFD-6F6A-47B5-A55F-058B50C9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606" y="3207715"/>
            <a:ext cx="444398" cy="414772"/>
          </a:xfrm>
          <a:prstGeom xmlns:a="http://schemas.openxmlformats.org/drawingml/2006/main" prst="roundRect">
            <a:avLst>
              <a:gd name="adj" fmla="val 18372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184693-3666-4CDE-835E-11228CC0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842" y="3099084"/>
            <a:ext cx="-434523" cy="37527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17D34B-399F-4E82-90CF-95A01E37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266" y="3099084"/>
            <a:ext cx="434523" cy="37527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F084E9-3E77-48AE-AEF5-30CFF695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315" y="3405226"/>
            <a:ext cx="256764" cy="256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BCC907-DC5C-4CC0-BA25-C8A7F2AA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5909" y="3405226"/>
            <a:ext cx="276515" cy="2765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9FC737-C4F2-4366-B045-154CED1B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353" y="3948379"/>
            <a:ext cx="-118506" cy="49377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2FD68C-CD6E-4E71-BF29-BD9B6671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631" y="3948379"/>
            <a:ext cx="118506" cy="49377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A490CE-9ACE-4A66-9B93-EA93137B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600200"/>
            <a:ext cx="8229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14989680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EC0CE2-3916-4AA1-BAF1-697AA668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E4339-FBF4-4489-9E0D-96B471D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4DF12-876A-4103-8682-85F830D1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AA58B-EE6B-4B82-91CC-2C0F299B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D3215-438E-4EE6-8747-450B0EAA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A590F-1A07-443A-AEFD-6A1F5697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819AA-CBF6-4117-AFA3-E7BCA995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D8B6E-04DE-432F-9263-51014B95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31F53-FA7C-41B3-A34D-3FF9081E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E0246-C520-4882-BFE9-3D3F35F3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08A29-B086-4A57-9C88-6297B8F4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063DB-7DFF-4620-AD98-782BCDCD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680D8-BD5B-45B8-8A2B-D7FD5C42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5A2CE-3030-4164-9E8D-D10DD4D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294B9-1338-4DA0-9655-F32D8AC1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İnsanların Süper Gücü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56D23-1F94-4D18-B7C8-4D0012EF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0633E-D6BF-43A5-96E3-19BAC421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FE47B-CF64-44EC-AA0F-A3700E3B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ABF6A-5E83-4D14-8AFE-1FBF6C5D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3FA110-8D31-44C8-A81E-3040277A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E207D-548A-4ABC-B628-4B9D180E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18580-6BCE-4DF9-AA36-8D0DFC24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D03D4-7853-494E-8E6B-F0D98532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4C55E-C6ED-4657-968C-6BE477A6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A6DFD-B3BB-4A74-9AAD-11FFA1DC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662D0-2B06-4B2E-A31F-2AE2A93D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EAA6AB-87B9-4F86-AF91-344F62D4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B5AF9F-A7B0-4BC5-9AFE-4C53E9DA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645CE4-2362-4CD8-8958-5E68B064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1BBB65-24ED-443C-B7C6-7CBAD3DA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183243-0494-4E79-9A3E-B06DA5C9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246" y="1828800"/>
            <a:ext cx="904342" cy="9043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C1B4B0-6F5B-4F29-A98F-2E699675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246" y="1744675"/>
            <a:ext cx="904342" cy="546811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BA8014-C709-4121-8B3D-71217721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2186330"/>
            <a:ext cx="84125" cy="84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11757E-D3A4-4789-B1C9-3DD170F0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120" y="2186330"/>
            <a:ext cx="84125" cy="84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D2147E-7F81-4637-B8C3-B9951590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261" y="2270455"/>
            <a:ext cx="252374" cy="189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9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2E84E4-A481-4E3B-972D-F3369582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574" y="2701595"/>
            <a:ext cx="1156716" cy="1104138"/>
          </a:xfrm>
          <a:prstGeom xmlns:a="http://schemas.openxmlformats.org/drawingml/2006/main" prst="roundRect">
            <a:avLst>
              <a:gd name="adj" fmla="val 6901"/>
            </a:avLst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62F252-190F-4135-A065-F4F2A37E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762" y="2932938"/>
            <a:ext cx="-399593" cy="46268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74E733-6826-4DF3-909D-23CC7D8E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2932938"/>
            <a:ext cx="399593" cy="46268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8CB3B0-04B8-428B-9029-7F47B16B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445" y="1901952"/>
            <a:ext cx="880750" cy="88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A874BD-3C93-42E8-8206-053DB71A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445" y="1820022"/>
            <a:ext cx="880750" cy="532547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A08B0F-BAD5-42AA-94F2-550FA987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77" y="2250156"/>
            <a:ext cx="81930" cy="819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8183BC-F8B4-433B-9D16-11D630F2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956" y="2250156"/>
            <a:ext cx="81930" cy="819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E5761E-FCDD-4912-8493-91476537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407" y="2332086"/>
            <a:ext cx="245791" cy="184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2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72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833F92-E450-43C8-A4AE-0C0F9D1F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791" y="2751978"/>
            <a:ext cx="1126541" cy="1075334"/>
          </a:xfrm>
          <a:prstGeom xmlns:a="http://schemas.openxmlformats.org/drawingml/2006/main" prst="roundRect">
            <a:avLst>
              <a:gd name="adj" fmla="val 7086"/>
            </a:avLst>
          </a:prstGeom>
          <a:solidFill xmlns:a="http://schemas.openxmlformats.org/drawingml/2006/main">
            <a:srgbClr val="F04DB3"/>
          </a:solidFill>
          <a:ln xmlns:a="http://schemas.openxmlformats.org/drawingml/2006/main" w="0">
            <a:solidFill>
              <a:srgbClr val="F04DB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867322-EF7B-4592-90B5-9E8356F6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686" y="2977286"/>
            <a:ext cx="-389169" cy="45061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75C5B0-CC25-415A-8920-D76CA380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954" y="2977286"/>
            <a:ext cx="389169" cy="45061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29183A-C4F3-432B-950D-80AE5656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846" y="1828800"/>
            <a:ext cx="904342" cy="9043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8E5FC3-1218-4DF1-B307-B76803E3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846" y="1744675"/>
            <a:ext cx="904342" cy="546811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BA74A8-427F-44E1-A37C-59A2CD92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2186330"/>
            <a:ext cx="84125" cy="84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6DF508-7973-4881-9E5A-B2676C3D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720" y="2186330"/>
            <a:ext cx="84125" cy="84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1F27E0-5993-4FEB-9F70-B6ADA855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861" y="2270455"/>
            <a:ext cx="252374" cy="189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9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F42229-7F7B-4F1E-8C0F-27834C4A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174" y="2701595"/>
            <a:ext cx="1156716" cy="1104138"/>
          </a:xfrm>
          <a:prstGeom xmlns:a="http://schemas.openxmlformats.org/drawingml/2006/main" prst="roundRect">
            <a:avLst>
              <a:gd name="adj" fmla="val 6901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solidFill>
              <a:srgbClr val="FF9F1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64023C-C430-48D1-8163-CC6C731F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362" y="2932938"/>
            <a:ext cx="-399593" cy="46268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1E9FAC-CC62-4868-855B-61E74318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2932938"/>
            <a:ext cx="399593" cy="46268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A23EF4-33A0-420A-A3A0-1F1E1D1E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0507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1E72D0-4DC7-4001-8889-48697802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3977640"/>
            <a:ext cx="8229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Sevgi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4B2298-5B2C-4E3C-8BFA-77EADD70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8114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88D954-DC5C-49CA-AAC2-7CE0922C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4507992"/>
            <a:ext cx="8229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Dostluk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2ADBE1-6056-4747-A646-65E39F2C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1149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AAFE56-D0BC-4B0C-BC64-037BB75B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5038344"/>
            <a:ext cx="8229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Hayal gücü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74D3A7-B5AA-409B-B71F-3986ABD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641848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52"/>
          </a:solidFill>
          <a:ln xmlns:a="http://schemas.openxmlformats.org/drawingml/2006/main" w="0">
            <a:solidFill>
              <a:srgbClr val="F0525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084AC29-8C2B-4CD1-8097-1A1907F5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5568696"/>
            <a:ext cx="8229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Yardımlaşma</a:t>
            </a:r>
          </a:p>
        </p:txBody>
      </p:sp>
    </p:spTree>
    <p:extLst>
      <p:ext uri="{BB962C8B-B14F-4D97-AF65-F5344CB8AC3E}">
        <p14:creationId xmlns:p14="http://schemas.microsoft.com/office/powerpoint/2010/main" val="10246791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56DD4B-021F-483E-9D80-230FF622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3BEF5-0CF3-46E6-AC36-3F3D63D8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C7FD3-DA18-4647-A1A2-F546C167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7BADA-44F3-4FF0-8CF5-F151F2A2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64861-F926-4F3E-A412-3B84BB36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99AD9-18CC-4409-8066-86E6DFE7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0871C-C9D8-45B2-8BD1-F29132A3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8FC38-CDFF-4E10-B579-97D75988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27D0E-A423-4CF2-ACE6-FDC9CDE6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82423-7415-4762-B25C-AB42A926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E9130-48AA-4DC2-B058-FC420953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C996B-970F-4987-9E29-68ECDDCB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3A8C2-1735-4DEC-B08E-23CC6006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18200-E9F2-40A3-8CE2-51C84AF1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B4A5E-3D7F-47E5-8D3C-B5736A1C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Oyun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19217-B8A1-4236-B89D-CAED1142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FF5CE-38D4-4A13-A0B6-8A5A9A0D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06105-5655-4F49-BD9A-FFAFFF28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E7A8C-259B-446C-8B7F-B5511051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9D12C-C869-41B4-AB46-6BE4A7F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353E2-7222-47D9-BA37-7C99C6EE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2C72B-3453-4818-9733-1C803157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77A30-8D22-430B-9106-3AE6F46E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1E4EBA-B93B-4B9B-9B61-28AA8353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8A02CB-CEDF-4BE4-887E-34605052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EDF67-8AD9-40F1-8D08-92F8DA6A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28F1C0-679A-47BC-9247-8FA70A5B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560726-BF85-466D-B8A1-D1C0525E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34CAD6-932A-4CDC-996F-36D88BE1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3C645E-3982-45B7-A564-7BEF3439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2E63DE-9824-4FD9-AD2E-E573DFD4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370" y="2148840"/>
            <a:ext cx="982980" cy="9829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346048-5415-4B61-B3EF-AEB9AE15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370" y="2057400"/>
            <a:ext cx="982980" cy="59436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1E9C4B-C713-41E0-8084-D085E651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53746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B7D9F-C67B-48E1-BE43-72633637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746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D0CCFE-24A1-43A8-8733-2C83A288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628900"/>
            <a:ext cx="274320" cy="205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7A2549-155E-4B4F-84B6-733B1473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09753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6CEE80-337B-4188-B264-778486B7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48990"/>
            <a:ext cx="-434340" cy="50292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2FE17A-5E9B-4564-83F3-125C8883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348990"/>
            <a:ext cx="434340" cy="50292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978DD9-2F0A-4EC8-8F1E-8E6DC2C6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967" y="1920240"/>
            <a:ext cx="1618488" cy="1186891"/>
          </a:xfrm>
          <a:prstGeom xmlns:a="http://schemas.openxmlformats.org/drawingml/2006/main" prst="roundRect">
            <a:avLst>
              <a:gd name="adj" fmla="val 6420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1E1D92-DD38-406F-9973-4F4D60F5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5766" y="2179198"/>
            <a:ext cx="1186891" cy="561076"/>
          </a:xfrm>
          <a:prstGeom xmlns:a="http://schemas.openxmlformats.org/drawingml/2006/main" prst="roundRect">
            <a:avLst>
              <a:gd name="adj" fmla="val 13581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5CD468-1AD6-470B-A0CC-68167463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934" y="2341047"/>
            <a:ext cx="172639" cy="1726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9022BF-7A66-40DF-A108-947AECF3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850" y="2341047"/>
            <a:ext cx="172639" cy="1726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A50139-3461-42F9-B576-2580D12A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993" y="2405786"/>
            <a:ext cx="410017" cy="2373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2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1062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79FF2D-1FE3-467B-A00F-F507C367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211" y="1682862"/>
            <a:ext cx="0" cy="25895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39C660-7A5D-4377-A968-7455C6A1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892" y="1553383"/>
            <a:ext cx="194219" cy="194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EE9872-2189-4ECC-BCE7-EC459609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135" y="3107131"/>
            <a:ext cx="1132942" cy="1078992"/>
          </a:xfrm>
          <a:prstGeom xmlns:a="http://schemas.openxmlformats.org/drawingml/2006/main" prst="roundRect">
            <a:avLst>
              <a:gd name="adj" fmla="val 706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DFFEC1-921C-4D27-BD60-6CF6C373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833" y="3376879"/>
            <a:ext cx="485546" cy="453177"/>
          </a:xfrm>
          <a:prstGeom xmlns:a="http://schemas.openxmlformats.org/drawingml/2006/main" prst="roundRect">
            <a:avLst>
              <a:gd name="adj" fmla="val 16815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0FB0CD-20C3-49B3-83CC-1E12EF01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295" y="3258190"/>
            <a:ext cx="-474756" cy="410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396976-8BBB-4099-AAA7-4DC03B2C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758" y="3258190"/>
            <a:ext cx="474756" cy="410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F343FB-2723-4D59-8AD9-C025C64E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219" y="3592678"/>
            <a:ext cx="280538" cy="280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D12C75-8456-418A-848E-9666DEB0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405" y="3592678"/>
            <a:ext cx="302118" cy="3021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33C0B3-97AA-4833-9DEE-9C6E6389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093" y="4186123"/>
            <a:ext cx="-129479" cy="53949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345063-7EEC-4D92-8BD7-681BC4F9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749" y="4186123"/>
            <a:ext cx="129479" cy="53949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32705D-3F7F-4768-A3C4-4E5D4A8F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28800"/>
            <a:ext cx="28346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B4D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4DE8"/>
                </a:solidFill>
                <a:latin typeface="Arial"/>
                <a:ea typeface="Arial"/>
                <a:cs typeface="Arial"/>
              </a:rPr>
              <a:t>İnsan mı?</a:t>
            </a:r>
          </a:p>
          <a:p xmlns:a="http://schemas.openxmlformats.org/drawingml/2006/main">
            <a:pPr algn="ctr">
              <a:defRPr sz="2100" b="1">
                <a:solidFill>
                  <a:srgbClr val="8B4D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4DE8"/>
                </a:solidFill>
                <a:latin typeface="Arial"/>
                <a:ea typeface="Arial"/>
                <a:cs typeface="Arial"/>
              </a:rPr>
              <a:t>Yapay Zeka mı?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94FED8-184D-4029-BC1D-9460EEF6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297680"/>
            <a:ext cx="731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45B9F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5B9F4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75F4B4-5D94-41AD-8D40-ACE797FF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572768"/>
            <a:ext cx="731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8B4DE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B4DE8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7595442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AB25B6-68C3-4D4B-BF57-ADBC6BB9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E42AF-8F1B-45B9-AFA5-0868367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90906-1DBD-40C1-B2B7-EAFA4115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CF6A1-D1CC-43E9-838D-BB9D9F4D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2490B-37F8-4162-9045-54817DD2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91CE5-596E-46CA-84F4-1C89E52E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55875-C7FD-4126-80BF-383078E1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6EB20-622A-47DE-A338-C71001F8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3EBF6-AE64-4B6C-AEAC-2C47AD9E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E0164-6895-4757-897A-066C48BA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0AD2A-4DF9-4CBC-BC0F-94E80082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BC0F4-7C5C-4D61-8320-6FAA30A0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E092A-5DC1-4CAB-A5E7-85FFD28C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FA38E-A8EA-4DD8-84A9-388A989E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BEEE4-AA4F-4359-BAF4-6BF69EC0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Soru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E3F73-0859-4910-BA2E-A26BAF22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F8B7B-4142-4C0C-8EB6-0195AC71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9F1B0-40BC-40B3-8231-94197CEB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CCDEA-0C6E-4CD7-A7B8-29447A8E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4770F8-62B2-44EC-B7D2-5E02FAC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D4EB8-E73D-49D6-8F8A-271EA5C9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CE044-9DD2-4539-B6CB-79E88BE9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69F9FA-4A44-4CB9-BC9D-7199D465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8D17A-A5E6-4FC1-B7C8-1B34DA85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40806-471E-4FC8-BBD9-EF8C55A8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F6C49-0C94-4164-B7A0-41EE21CB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5B6AC6-CC0C-4E25-8D27-D3271864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39D5A4-2EA2-4B7F-9723-62921D7F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C629A1-C40C-44FA-A098-00F736F6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D76904-0377-42EC-82F9-B58BF0C4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A89596-2754-4B3F-A2BF-EF9C2E4A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645920"/>
            <a:ext cx="6309360" cy="3520440"/>
          </a:xfrm>
          <a:prstGeom xmlns:a="http://schemas.openxmlformats.org/drawingml/2006/main" prst="roundRect">
            <a:avLst>
              <a:gd name="adj" fmla="val 21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763C6-D2CA-462D-BA31-0598D79C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029968"/>
            <a:ext cx="54406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2 + 2 kaç eder?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6843C2-5AD8-46E9-9BB9-BECB350D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94760"/>
            <a:ext cx="5303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Yapay zeka da bilir, insan da bilir.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8DD0E6-AAE0-46A8-BAAF-4F93E809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993392"/>
            <a:ext cx="943661" cy="943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363208-BF1A-473E-AA1F-338048CC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905610"/>
            <a:ext cx="943661" cy="570586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FED3FD-BC84-433C-89D5-280FEDCE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366467"/>
            <a:ext cx="87782" cy="87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7CF8EC-C2F0-4E8D-BBAB-7AEAD3D2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805" y="2366467"/>
            <a:ext cx="87782" cy="87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F144EB-E5ED-447C-92E9-4E8F52EC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430" y="2454250"/>
            <a:ext cx="263347" cy="197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CA7C27-DE08-4B39-A241-6C15E154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627" y="2904134"/>
            <a:ext cx="1207008" cy="1152144"/>
          </a:xfrm>
          <a:prstGeom xmlns:a="http://schemas.openxmlformats.org/drawingml/2006/main" prst="roundRect">
            <a:avLst>
              <a:gd name="adj" fmla="val 6614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solidFill>
              <a:srgbClr val="FF9F1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58E3EA-307C-43E2-8DAA-8DFCBC52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301" y="3145536"/>
            <a:ext cx="-416966" cy="48280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7238F9-B27B-4EED-9692-D20C1DD8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3145536"/>
            <a:ext cx="416966" cy="48280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367866-F772-4E3B-8E7B-AB950CD5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356" y="2084832"/>
            <a:ext cx="1234440" cy="905256"/>
          </a:xfrm>
          <a:prstGeom xmlns:a="http://schemas.openxmlformats.org/drawingml/2006/main" prst="roundRect">
            <a:avLst>
              <a:gd name="adj" fmla="val 8418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BC9251-6ADC-4FAB-8271-6C9A65DB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948" y="2282342"/>
            <a:ext cx="905256" cy="427939"/>
          </a:xfrm>
          <a:prstGeom xmlns:a="http://schemas.openxmlformats.org/drawingml/2006/main" prst="roundRect">
            <a:avLst>
              <a:gd name="adj" fmla="val 17806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25F3FD-1525-425F-9AE4-D516E4B9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0229" y="2405786"/>
            <a:ext cx="131674" cy="1316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BFFA44-B2DA-4EE5-8B62-D7F60740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250" y="2405786"/>
            <a:ext cx="131674" cy="1316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A60CEA-E316-437F-8436-15BFA193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443" y="2455164"/>
            <a:ext cx="312725" cy="1810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9EC4A1-3AB4-4D30-9159-A6F7D587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76" y="1903781"/>
            <a:ext cx="0" cy="19751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934788-6FC0-405B-9DF7-C84D18DB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739" y="1805026"/>
            <a:ext cx="148133" cy="1481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1C933D-BF99-4B51-A1E3-998D0504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637" y="2990088"/>
            <a:ext cx="864108" cy="82296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E4CC63-68A5-4FE9-9C3B-E64075BF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525" y="3195828"/>
            <a:ext cx="370332" cy="345643"/>
          </a:xfrm>
          <a:prstGeom xmlns:a="http://schemas.openxmlformats.org/drawingml/2006/main" prst="roundRect">
            <a:avLst>
              <a:gd name="adj" fmla="val 22046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D40C84-943D-464C-8F58-4FF6149D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555" y="3105302"/>
            <a:ext cx="-362102" cy="312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7AFD77-A7DD-475D-B51F-1219C80F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105302"/>
            <a:ext cx="460858" cy="-395021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638E8B-F83E-47F1-AD87-A0C4A1C2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360420"/>
            <a:ext cx="213970" cy="2139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3E2067-3FA4-43CF-BB1A-D848982A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0699" y="2627986"/>
            <a:ext cx="230429" cy="2304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6FA714-375E-4D61-9D26-DD81BC30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147" y="3813048"/>
            <a:ext cx="-98755" cy="4114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C0425F-BCF5-4389-803F-3FDA2151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546" y="3813048"/>
            <a:ext cx="98755" cy="4114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948509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39F904-C3C4-4610-98C8-2AA67D3B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47C62-2977-4CD8-AF24-4C57C6ED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34A55-BDA4-4E1F-9D45-5EB53D6E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84C50-458C-434A-BF68-5A99E64B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069DF-7E0C-470E-8C78-EB146FA1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98F2D-B271-46E7-8AF8-C67B286B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EEC35-BE97-4A26-8C59-5F74D7B7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44176-3B43-4043-B73F-7BC6ABCD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06C2B-BAB6-4692-A874-9458E2D6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9A40F-94BD-4366-B98F-B2FAFFF4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E8DAB-45A3-480F-82CF-04C803BE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A3AC3-6CFF-4EF3-ACED-101C3111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C2444-4097-4D67-9379-30F06739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BDE08-731A-46F7-A639-DC0E9A88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26D6C-3B2C-4E7E-9CAA-159DA9AF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Soru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415C5-36D0-4235-BBB9-CCE82C0D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CABDF-7F60-4F8D-B540-76BC0F41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8154C-5BA3-40DC-BBEC-9028779D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1FE3B-041E-4540-A66D-0A2B6FAC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517E8-9B98-421D-8E88-703AEF16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BC5CA-F966-4A45-B5F0-345D3B6D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CFAE5-52BB-4333-80E1-1EDA1302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BA92B-E263-4E34-BF64-5F4CCBE2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42559-9CF3-4FA4-8BC9-713BA133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80B59-801F-4C58-B39A-750C0626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B19D3-106B-44B1-A683-60308BA5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2E701A-7C2B-4229-B8F5-FC1CDA99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0698C5-FE74-4194-90B3-679DBB22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1BA3C0-5C1C-4191-AC9A-B993430C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9F8970-C3C8-452A-9656-5F655775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E2BCA9-04C8-41E6-918D-F8DD0E2A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645920"/>
            <a:ext cx="6309360" cy="3520440"/>
          </a:xfrm>
          <a:prstGeom xmlns:a="http://schemas.openxmlformats.org/drawingml/2006/main" prst="roundRect">
            <a:avLst>
              <a:gd name="adj" fmla="val 21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0E6259-1C88-413D-9A37-533BA3F3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029968"/>
            <a:ext cx="54406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Arkadaşın üzgünse ona ne söylersin?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63DBDA-6B98-4F09-A935-60F30DBA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94760"/>
            <a:ext cx="5303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İnsanlar bu konuda daha iyidir.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938C4D-9576-448A-82C1-BF4464C9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993392"/>
            <a:ext cx="943661" cy="943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832AFB-71F6-4D66-B97D-EE8B89D1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905610"/>
            <a:ext cx="943661" cy="570586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703A8B-153B-491F-9E66-9C033564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366467"/>
            <a:ext cx="87782" cy="87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4599A3-8C0B-46BB-9E37-3653ED2D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805" y="2366467"/>
            <a:ext cx="87782" cy="87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2D0EF7-D7D1-4EF1-9B63-B80007EF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430" y="2454250"/>
            <a:ext cx="263347" cy="197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BECFCF-739C-442B-A9C9-5A07806E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627" y="2904134"/>
            <a:ext cx="1207008" cy="1152144"/>
          </a:xfrm>
          <a:prstGeom xmlns:a="http://schemas.openxmlformats.org/drawingml/2006/main" prst="roundRect">
            <a:avLst>
              <a:gd name="adj" fmla="val 6614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solidFill>
              <a:srgbClr val="FF9F1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1343B9-3084-4C33-BDF3-8103E4D7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301" y="3145536"/>
            <a:ext cx="-416966" cy="48280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4FFE69-F4D3-428B-A5CD-F010AECD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3145536"/>
            <a:ext cx="416966" cy="48280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2BD0F0-2A7E-4A91-B2FC-373F17FA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356" y="2084832"/>
            <a:ext cx="1234440" cy="905256"/>
          </a:xfrm>
          <a:prstGeom xmlns:a="http://schemas.openxmlformats.org/drawingml/2006/main" prst="roundRect">
            <a:avLst>
              <a:gd name="adj" fmla="val 8418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7DDCF8-6BE6-46E1-AA50-B9B27889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948" y="2282342"/>
            <a:ext cx="905256" cy="427939"/>
          </a:xfrm>
          <a:prstGeom xmlns:a="http://schemas.openxmlformats.org/drawingml/2006/main" prst="roundRect">
            <a:avLst>
              <a:gd name="adj" fmla="val 17806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7A569E-A7C1-41F4-B9D3-DBE64F2A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0229" y="2405786"/>
            <a:ext cx="131674" cy="1316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614B11-450A-45F9-B6B0-152F991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250" y="2405786"/>
            <a:ext cx="131674" cy="1316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D9BA9A-D36A-4DB1-BD52-CFD40AF5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443" y="2455164"/>
            <a:ext cx="312725" cy="1810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810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CB3FED-16C4-4ED5-9320-E057D17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76" y="1903781"/>
            <a:ext cx="0" cy="19751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A5CA71-322B-4178-897E-F1121CB0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739" y="1805026"/>
            <a:ext cx="148133" cy="1481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284B2A-C42A-42E9-B4B2-C84103D9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637" y="2990088"/>
            <a:ext cx="864108" cy="82296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1D79BF-9793-4C33-B100-B60A23B1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525" y="3195828"/>
            <a:ext cx="370332" cy="345643"/>
          </a:xfrm>
          <a:prstGeom xmlns:a="http://schemas.openxmlformats.org/drawingml/2006/main" prst="roundRect">
            <a:avLst>
              <a:gd name="adj" fmla="val 22046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8AE1E1-7F97-4D93-9392-1A54DA6B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555" y="3105302"/>
            <a:ext cx="-362102" cy="312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BFBFB0-7FB1-4D3B-8211-0E92CBE5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908" y="3105302"/>
            <a:ext cx="460858" cy="-395021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7EA06C-7561-48AB-AE74-07AF305A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360420"/>
            <a:ext cx="213970" cy="2139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6B76E3-6BDA-4A6B-97E8-437680A0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0699" y="2627986"/>
            <a:ext cx="230429" cy="2304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3E5AC7-9BBE-4E26-AAB8-A8316356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147" y="3813048"/>
            <a:ext cx="-98755" cy="4114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64506E-B665-47C6-BE42-CFD76A6D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546" y="3813048"/>
            <a:ext cx="98755" cy="4114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556534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9BE3CE-9BB2-4A3E-ADD9-52C572F3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B244E-7328-410A-89B1-6C9DB6FD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990A2-4960-4FD3-AE02-110766C8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F7BAF-0683-448B-8838-7D8BCEEF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345B5-6EF6-4864-9F7B-45C14627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28AEA-DD11-4061-96E8-B6527C08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41585-7F13-4453-9038-C67837B8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3380C-1766-4A9D-83B7-59281C0B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04F44-E590-4002-93D3-921172D7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B98FA-101A-4E9D-A179-BC459444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2733B-8E20-477C-84E4-BD9DAF4A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4DFE8-2B15-4F95-8A61-7690BE1D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E313C-025E-4345-9BF0-87DE4805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71CB5-5AB9-4554-92C8-D44DA4CB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93447-ACA6-4472-909A-AC8D02BD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Hayal Edelim!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FFD62-3F9C-44C2-8C86-5F074FB4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0580D-07D3-47F8-AD37-3420A9B2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42E1B-445C-487B-A221-5ACA509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8E35E-D7E8-4DFE-B6B1-A7BA8B60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30341-3E7D-4C01-88A6-6A56072D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8F759-D826-4139-967E-2C827C55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1E3E2-BC89-4B0D-96DF-1991D9D1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C55AD-5754-4288-A510-1221CE48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471D8-25FE-424F-989A-E8267717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7774ED-93D5-471B-9A75-931EE88E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40C38-4148-4103-9701-BC71CF2F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317B7-B3D0-499A-895E-6A949770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53B017-CDCA-4969-AE6F-4FCC2B0A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E080B7-7912-4784-A598-780B9361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70C446-9751-4119-A824-D84AF122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E2F9E7-24D4-4153-9A19-E6CE95C3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645920"/>
            <a:ext cx="4846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B4D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4DE8"/>
                </a:solidFill>
                <a:latin typeface="Arial"/>
                <a:ea typeface="Arial"/>
                <a:cs typeface="Arial"/>
              </a:rPr>
              <a:t>Pembe gözlüklü uçan bir fil!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904E1D-4DA4-4ADC-8813-F061D1F3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40280"/>
            <a:ext cx="2194560" cy="1417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DB"/>
          </a:solidFill>
          <a:ln xmlns:a="http://schemas.openxmlformats.org/drawingml/2006/main" w="19050">
            <a:solidFill>
              <a:srgbClr val="F04DB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6BF1EC-9F2A-4A1E-9266-EC66BC49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26060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DB"/>
          </a:solidFill>
          <a:ln xmlns:a="http://schemas.openxmlformats.org/drawingml/2006/main" w="19050">
            <a:solidFill>
              <a:srgbClr val="F04DB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AE81B6-358B-44C6-AA19-2A025150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611880"/>
            <a:ext cx="-137160" cy="6400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04DB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487806-E645-4275-98C2-EA48B1DA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84448"/>
            <a:ext cx="182880" cy="6400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04DB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9C73C6-1647-4323-9A01-79D89B3B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331720"/>
            <a:ext cx="7315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35A"/>
                </a:solidFill>
                <a:latin typeface="Arial"/>
                <a:ea typeface="Arial"/>
                <a:cs typeface="Arial"/>
              </a:rPr>
              <a:t>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16234B-015D-4FFB-9F60-6ECC2751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91640"/>
            <a:ext cx="274320" cy="27432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669023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58E57-BE1E-4645-B12D-11E11FCE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3472C-3F89-4005-95A5-B30FE275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556AC-D516-4E9B-B8C2-899D9FD1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64F48-7A55-46E2-986A-E8BCF41B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82309-BCF0-413D-93BD-D77839EE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57360-1313-4CBF-BFE7-4AFFD453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4BBCD-6B97-4627-A561-F9746FF3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AFC38-7CB3-4A6B-AC35-E7642F2E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27F80-F092-4E59-8328-B5E33B0E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44D4B-3033-4EEC-89EA-ADD0EFE1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F745F-6DA7-4600-9247-AAD83342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EB789-EECA-43CB-A2E3-C2EEA78E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B1A8C-50D6-42D4-A0FF-6C583621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113C7-184E-4DD4-AA4F-666D4C71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660E0-BA54-4F8A-BFF9-CA21625C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Gelecekte Yapay Zeka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5FF46-0A55-46C6-8A06-A1BE7DEC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60009-A6E3-43BD-9701-A77C2D80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01D7E-079A-4AD4-BF1B-956E3804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278FB-1FEB-4212-83AB-AC2EA5CD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3A442-CAFA-44AC-8CDD-8D92806D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80DF3-7AD9-4AC5-A56D-4AB46544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6C2AA-6878-4638-93BD-8878C471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2D65B-B14A-4E39-A674-D8B9DFB4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F0102-58BE-4DDD-8A32-641604F8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81EA2-7D2D-4829-9CBE-70891692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2987E-47C9-47D7-92A3-4CD75344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FB6DF9-B0F4-4B14-8FD5-DF1A7C24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72FAE-5A13-4A12-BA5C-404F7C13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B41320-1F6A-408C-9A1D-972803AB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23921C-E5E6-415F-87BB-69107D67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9AB1D1-2B8B-4918-AD4E-648969E9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0195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35933-AEC1-4B1A-AD7F-749E9E80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828800"/>
            <a:ext cx="44348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Uzayda çalışabilir.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4364B5-E7CF-495D-9B83-4754A9ED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43230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7AFDA9-69AD-47A5-8133-B236F491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359152"/>
            <a:ext cx="44348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Doktorlara yardım edebilir.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3C4379-98EB-43B9-94F6-76404A66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6265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5F9A08-FFF6-477E-887E-B0ABD2AE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889504"/>
            <a:ext cx="44348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Denizleri temizleyebilir.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EE8B7D-649A-4E81-80A3-B80A8D7B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645920"/>
            <a:ext cx="12801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6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3360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FA1CC0-7898-432D-8272-F0BEBFC2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241" y="2286000"/>
            <a:ext cx="1399032" cy="1025957"/>
          </a:xfrm>
          <a:prstGeom xmlns:a="http://schemas.openxmlformats.org/drawingml/2006/main" prst="roundRect">
            <a:avLst>
              <a:gd name="adj" fmla="val 7427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E53880-3B71-4CF0-B7B4-4EB68078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778" y="2509845"/>
            <a:ext cx="1025957" cy="484998"/>
          </a:xfrm>
          <a:prstGeom xmlns:a="http://schemas.openxmlformats.org/drawingml/2006/main" prst="roundRect">
            <a:avLst>
              <a:gd name="adj" fmla="val 15711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793A00-76A0-4BF4-9723-CB7ABC6D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297" y="2649748"/>
            <a:ext cx="149230" cy="149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4001F5-AA64-4B6E-BC05-5C26C95E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987" y="2649748"/>
            <a:ext cx="149230" cy="149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149232-0E6B-4D09-9E0D-B6C17069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873" y="2705710"/>
            <a:ext cx="354421" cy="205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91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FD1488-5F7D-4624-B462-D30036FB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757" y="2080809"/>
            <a:ext cx="0" cy="22384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29B029-4D8D-473A-B798-3BB8CC77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8142" y="1968886"/>
            <a:ext cx="167884" cy="1678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49F425-FA4A-447A-AD52-35588DE9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759" y="3311957"/>
            <a:ext cx="979322" cy="932688"/>
          </a:xfrm>
          <a:prstGeom xmlns:a="http://schemas.openxmlformats.org/drawingml/2006/main" prst="roundRect">
            <a:avLst>
              <a:gd name="adj" fmla="val 8170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EBAE14-6852-4366-8A4E-AF456C6E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565" y="3545129"/>
            <a:ext cx="419710" cy="391729"/>
          </a:xfrm>
          <a:prstGeom xmlns:a="http://schemas.openxmlformats.org/drawingml/2006/main" prst="roundRect">
            <a:avLst>
              <a:gd name="adj" fmla="val 19452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764EEA-09F8-46F8-B5DF-98EB5CED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067" y="3442533"/>
            <a:ext cx="-410383" cy="354421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90A368-9875-42EB-947C-E4A553B2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2466" y="3442533"/>
            <a:ext cx="522305" cy="-44769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F42C66-6947-4C2B-8E23-271C47AA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069" y="3731666"/>
            <a:ext cx="242499" cy="2424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EDF56F-56DA-4550-89F0-9FD49945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830" y="2901574"/>
            <a:ext cx="261153" cy="2611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67D028-067D-413F-9124-3586B6B6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1604" y="4244645"/>
            <a:ext cx="-111923" cy="46634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29821E-2313-4579-964F-D290B403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256" y="4244645"/>
            <a:ext cx="111923" cy="46634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5E9D0F-7CD9-4F36-9C1D-091E9B5F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736592"/>
            <a:ext cx="48463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D5FF"/>
          </a:solidFill>
          <a:ln xmlns:a="http://schemas.openxmlformats.org/drawingml/2006/main" w="0">
            <a:solidFill>
              <a:srgbClr val="72D5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745413-0A65-4781-9DC6-FC527BEB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160520"/>
            <a:ext cx="640080" cy="6400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752770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38234-C54B-4828-A17A-55BF5C15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4B193-9593-4AB6-A80D-8B0C505A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622D5-9E0E-4759-A277-13B20342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3DD55-11F8-47F3-8FD9-36C940F8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1079C-0E97-4521-98BF-4096912B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CECDE-5D3C-4A9F-9B48-0564E5A5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8A9A0-9CD0-4F1C-B642-ED347E8F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E5737-37CB-4A30-AC3A-706F2E98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9DABE-D7D4-4C0C-8A7F-98726463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E3BB6-A06D-44F2-A406-061AA701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4F5F1-0006-4325-B5EB-91BF7A5F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9BB70-99CB-421F-8B26-EB9B018F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0F0D6-7725-4EE1-BF13-4599FE62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78609-E344-46BA-A10A-55135B92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CDD26-1C6B-4584-94BD-389CB64E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Siz Olsaydınız?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797DA-8E22-4680-B6A9-789FDC46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67BB7-46F3-4527-8249-338AC8A4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CCC81-3A74-4E2A-9196-61902C41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643B8-0986-4C17-A32D-891EAD74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12012-1B1E-449B-8A6B-F0B78C22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73524-19A1-4AD6-9268-26178E1A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ED4116-5921-4C44-A5F8-E6E0F755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624F6-906D-4B0D-B005-AF2445FB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DA10F0-164A-4F87-BAD2-E5B47614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0305E-9D92-42E3-8047-3569065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11C66-8863-48E8-8D32-6CB6DA54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2652BF-06DB-4888-A772-9E0E3741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8E20D-BEE4-46FF-AA5E-B45BA6D5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4BF242-6B34-408C-A34A-B3E17AFD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038EE7-B682-413E-B73A-83047074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E6E14A-88CC-4BA7-8091-A23ED187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24" y="2240280"/>
            <a:ext cx="865022" cy="8650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DA1CA3-DB97-4429-9155-4B2E91C6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24" y="2159813"/>
            <a:ext cx="865022" cy="523037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C1CE72-6F9D-495E-9DFE-1DC888B2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2582266"/>
            <a:ext cx="80467" cy="804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6DA605-A4E4-4C9B-8A44-41C4ECEC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194" y="2582266"/>
            <a:ext cx="80467" cy="804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3DDE17-0C38-4A92-BAA9-5D00555C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851" y="2662733"/>
            <a:ext cx="241402" cy="1810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6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4420E2-6D14-4F57-90AC-1FBCE681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282" y="3075127"/>
            <a:ext cx="1106424" cy="1056132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D5A02E-0994-4CD1-B0D2-96E050BC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982" y="3296412"/>
            <a:ext cx="-382219" cy="44257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AAD5B7-A2E0-4B5B-9939-51ACB142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296412"/>
            <a:ext cx="382219" cy="44257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DD3F64-C982-4EAC-A43F-7D4DD0EA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524" y="2240280"/>
            <a:ext cx="865022" cy="8650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03A7C4-9172-44C1-A96B-68DEACA6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524" y="2159813"/>
            <a:ext cx="865022" cy="523037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0865D9-8327-47A4-B9D5-AE531D17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2582266"/>
            <a:ext cx="80467" cy="804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772EB0-2D69-48BC-97ED-6147D517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794" y="2582266"/>
            <a:ext cx="80467" cy="804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146E83-2E48-4DD2-AE56-09CAE268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451" y="2662733"/>
            <a:ext cx="241402" cy="1810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6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5B7BC9-A3EF-4E68-8709-418FE145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882" y="3075127"/>
            <a:ext cx="1106424" cy="1056132"/>
          </a:xfrm>
          <a:prstGeom xmlns:a="http://schemas.openxmlformats.org/drawingml/2006/main" prst="roundRect">
            <a:avLst>
              <a:gd name="adj" fmla="val 7215"/>
            </a:avLst>
          </a:prstGeom>
          <a:solidFill xmlns:a="http://schemas.openxmlformats.org/drawingml/2006/main">
            <a:srgbClr val="F04DB3"/>
          </a:solidFill>
          <a:ln xmlns:a="http://schemas.openxmlformats.org/drawingml/2006/main" w="0">
            <a:solidFill>
              <a:srgbClr val="F04DB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9BDAB5-C23A-4CDD-8419-D61CDD65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582" y="3296412"/>
            <a:ext cx="-382219" cy="44257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019136-2FD2-47BF-B287-8D1C9EEF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96412"/>
            <a:ext cx="382219" cy="44257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D6F1D2-BE16-4AAB-9DBC-2CB5DA54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5074920" cy="2880360"/>
          </a:xfrm>
          <a:prstGeom xmlns:a="http://schemas.openxmlformats.org/drawingml/2006/main" prst="roundRect">
            <a:avLst>
              <a:gd name="adj" fmla="val 2646"/>
            </a:avLst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12E44A-2B03-48BE-8EF5-02A7ABCC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93392"/>
            <a:ext cx="41605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Bir yapay zeka yapacak olsaydınız, ne yapmasını isterdiniz?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8C1B22-A65C-46E8-B7C9-CA2FD7BE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94760"/>
            <a:ext cx="41605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B4D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4DE8"/>
                </a:solidFill>
                <a:latin typeface="Arial"/>
                <a:ea typeface="Arial"/>
                <a:cs typeface="Arial"/>
              </a:rPr>
              <a:t>Fikirlerinizi paylaşın!</a:t>
            </a:r>
          </a:p>
        </p:txBody>
      </p:sp>
    </p:spTree>
    <p:extLst>
      <p:ext uri="{BB962C8B-B14F-4D97-AF65-F5344CB8AC3E}">
        <p14:creationId xmlns:p14="http://schemas.microsoft.com/office/powerpoint/2010/main" val="44115906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FC216D-7BB2-45BB-A47A-08CAD3FB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A4D13-582E-4089-8CEB-7E7EA288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4CDDA-B205-4862-A4FA-A8169FC3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09947-57A3-445E-B82E-B8B84BFC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42587-CA30-4EDE-9C20-A0AFFE24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7BC14-90E8-4FF5-90E0-1B30CE0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5882F-4235-4F9A-A85E-E90DBF86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F77C6-9045-433A-8D86-2CDF2F36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3EE35-9F9A-498D-94E3-2534B85C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63342-6103-4020-B037-2180F4CE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40DFD-1C35-4281-89F5-C119E96E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82566-C9F7-4D51-9211-C418F685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4E484-A289-40CC-A195-6E2660FD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E0BB7-0D70-49F7-8595-7941FE7D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0EFC5-BC9D-4DB2-8C8D-395DCFAD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Mini Quiz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3A37D-628E-476B-ACAB-BBEA28F9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D4657-C2E6-4BFE-A919-9B4F81D5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CA954-526A-41F3-B87D-054011E1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6DF7D-C8C6-41C4-B133-6C93537F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76406-77F3-423E-A0F0-49D63A56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C4C013-9D52-4547-AE65-4E360895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DE9FA-3D62-495A-97B4-1F203302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FC2B7-FD4A-48CF-8B37-6FE5DC73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1CBBD-C991-4640-9435-19CD7BE9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CB43D-D76D-49B1-9165-10613E53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30813-EB03-4798-910C-B32A5C5F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81666-A420-49F0-9205-5C10B18E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DA3ACA-9EF4-4849-A0F9-B6F44EFF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DB2442-B1F9-4FD3-A7B6-CB182C15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C41C60-5A4C-4E23-93DA-ECE9C260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9AAD43-DC03-4511-8950-B64C3DF7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08760"/>
            <a:ext cx="6217920" cy="4160520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85DD7B-0250-4014-84FA-350CD40E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96596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38037D-214F-4152-8403-87953672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965960"/>
            <a:ext cx="4114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536EA5-2272-4CF0-B897-DC2DCAA3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1920240"/>
            <a:ext cx="43891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Yapay zeka öğrenebilir mi?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B49B60-852F-406F-8D32-BD285746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78892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9A1279-AEBC-4E35-A621-BCC8F518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788920"/>
            <a:ext cx="4114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30654A-FEE0-4C48-96C8-A202E6CD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2743200"/>
            <a:ext cx="43891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Yapay zeka üzülebilir mi?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D809A1-1D28-4A39-90C4-7D086DDB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61188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F05497-4335-40E1-A175-33301315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611880"/>
            <a:ext cx="4114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55C902-890E-48DF-97E6-AE0CA351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566160"/>
            <a:ext cx="43891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Yapay zeka oyun oynayabilir mi?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0009DF-85E4-4F44-AB2B-488332F8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885" y="2103120"/>
            <a:ext cx="1536192" cy="1126541"/>
          </a:xfrm>
          <a:prstGeom xmlns:a="http://schemas.openxmlformats.org/drawingml/2006/main" prst="roundRect">
            <a:avLst>
              <a:gd name="adj" fmla="val 676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C31E85-B905-4258-B2B6-21478718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710" y="2348911"/>
            <a:ext cx="1126541" cy="532547"/>
          </a:xfrm>
          <a:prstGeom xmlns:a="http://schemas.openxmlformats.org/drawingml/2006/main" prst="roundRect">
            <a:avLst>
              <a:gd name="adj" fmla="val 14309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710997-D603-4DF7-8635-D763FD97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260" y="2502530"/>
            <a:ext cx="163860" cy="163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576F80-A779-44B0-8619-69DF42D0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841" y="2502530"/>
            <a:ext cx="163860" cy="163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6FE53D-70BA-449A-8A30-756A5B2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638" y="2563978"/>
            <a:ext cx="389169" cy="225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100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E3294F-1B0E-4569-A947-EA7ED94C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981" y="1877812"/>
            <a:ext cx="0" cy="245791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3F40D6-EC60-499D-AC47-9F8CB84E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051" y="1754916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D4B60C-04C5-42C0-93B1-7C412D0B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434" y="3229661"/>
            <a:ext cx="1075334" cy="1024128"/>
          </a:xfrm>
          <a:prstGeom xmlns:a="http://schemas.openxmlformats.org/drawingml/2006/main" prst="roundRect">
            <a:avLst>
              <a:gd name="adj" fmla="val 7440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86A059-CA0D-40C0-A7F6-B59BCCB6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673" y="3485693"/>
            <a:ext cx="460858" cy="430134"/>
          </a:xfrm>
          <a:prstGeom xmlns:a="http://schemas.openxmlformats.org/drawingml/2006/main" prst="roundRect">
            <a:avLst>
              <a:gd name="adj" fmla="val 17715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FB9277-01B4-4989-8A5F-1318EB8C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7399" y="3373039"/>
            <a:ext cx="-450616" cy="389169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54807E-8A1F-4794-B29D-7BE3A84A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9838" y="3373039"/>
            <a:ext cx="573512" cy="-491581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CAFDBC-DA82-40C5-91C4-CCB878AD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853" y="3690518"/>
            <a:ext cx="266273" cy="2662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507197-D2CA-4484-B3FE-A4FF7BB7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1179" y="2779044"/>
            <a:ext cx="286756" cy="2867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8CE142-841C-41EB-8F3A-8D73CF3E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225" y="4253789"/>
            <a:ext cx="-122895" cy="51206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962609-059C-4156-86BB-CB91F5EB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5254" y="4253789"/>
            <a:ext cx="122895" cy="51206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B0B2C9-70D9-4264-992A-1335F4AF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1680"/>
            <a:ext cx="7772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4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040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🔎</a:t>
            </a:r>
          </a:p>
        </p:txBody>
      </p:sp>
    </p:spTree>
    <p:extLst>
      <p:ext uri="{BB962C8B-B14F-4D97-AF65-F5344CB8AC3E}">
        <p14:creationId xmlns:p14="http://schemas.microsoft.com/office/powerpoint/2010/main" val="71611528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93746C-B4FC-4DF0-89CC-76E12409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E1AAC-78D7-4547-A0A6-2C379082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F150C-F12A-41C3-9B1D-E4CAEC33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636C4-D000-458B-99FC-4ECB9C23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3F2EE-72C3-406B-AA53-ACBFE9E6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267DF-FBE8-4E8D-B3EA-5DD78A04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9E4A6-CD54-44B4-AC5B-F06D531C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763B8-4A8A-4885-98FC-5B4206DB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4229A-3DB0-4188-A2E5-AF0BA412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E0501-1B61-42BB-96AC-21840965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9671C-FAE5-43D8-ABC0-8F35C781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6D2F8-BAB3-496E-B8E4-0432B063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2D7C8-7948-4C09-B3AF-839B2D60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FB501-72B5-4698-B7CA-20F03BA1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17E84-9052-496F-87AB-5A530938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Unutmayalım!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A2B37-E742-4195-8FB4-5C340817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38E0F-AAE8-458E-9979-CA2BDCD9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625BE-55FC-41B1-9015-85D4C41A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33BEF-F0A8-4DA5-8E74-D7D43538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C0073-FA3E-4BC3-B0C4-4E3AEC24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A5FF5-93DE-465A-BF5E-384F1B92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6B37E1-CB5C-4459-A759-EFECB908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219E5-C204-4578-A4AB-1F6053C8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F45AC4-677F-40ED-833E-BC9BFBC7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4F2E3-DA36-4BB7-A36E-ACC9D6B2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218F0-FB9E-4D2E-B86D-2FD67BDA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1D9805-9772-4984-B3D6-781D1A01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9B8845-96E2-43AE-B3E0-37C0BFCE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21FA1-6AEE-4CEC-A8F1-A9F27947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03EEE8-C9D7-40AB-B93C-743FE3AE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7DD655-C9F5-4C58-A1A0-4AA025E0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645920"/>
            <a:ext cx="5486400" cy="3154680"/>
          </a:xfrm>
          <a:prstGeom xmlns:a="http://schemas.openxmlformats.org/drawingml/2006/main" prst="roundRect">
            <a:avLst>
              <a:gd name="adj" fmla="val 2415"/>
            </a:avLst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10478">
            <a:solidFill>
              <a:srgbClr val="BFDF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8063FF-AD7F-46A0-A0C7-B7AD45A5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176272"/>
            <a:ext cx="45720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Yapay zeka bir araçtır.</a:t>
            </a:r>
          </a:p>
          <a:p xmlns:a="http://schemas.openxmlformats.org/drawingml/2006/main">
            <a:pPr algn="ctr">
              <a:defRPr sz="1875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Onu kullanan insanlar önemlidir.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93ECD0-F04E-47FF-971E-9DC5F648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042" y="2267712"/>
            <a:ext cx="825703" cy="825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C8C41E-30F0-47BC-B5D0-1DB0BF42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042" y="2190902"/>
            <a:ext cx="825703" cy="499262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6C4792-9CB3-4122-ADFE-ADEE81E8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594153"/>
            <a:ext cx="76810" cy="768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888782-F56A-4FE6-92B9-68D07E8E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709" y="2594153"/>
            <a:ext cx="76810" cy="768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FAA6A7-EC17-44D5-B737-D56C2FBE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882" y="2670962"/>
            <a:ext cx="230429" cy="172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8F24FF-BCB1-44F5-B3CA-43CC6B85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429" y="3064612"/>
            <a:ext cx="1056132" cy="1008126"/>
          </a:xfrm>
          <a:prstGeom xmlns:a="http://schemas.openxmlformats.org/drawingml/2006/main" prst="roundRect">
            <a:avLst>
              <a:gd name="adj" fmla="val 7559"/>
            </a:avLst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168C54-1572-4CAD-B795-A99D6BC8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643" y="3275838"/>
            <a:ext cx="-364846" cy="42245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BCE73-96B2-460B-B6AD-E4E2939A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3275838"/>
            <a:ext cx="364846" cy="42245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EB6A61-CFA7-48DA-A8AB-C021769C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212848"/>
            <a:ext cx="1371600" cy="100584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A399F1-8CE6-443A-B568-ECEECACE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32304"/>
            <a:ext cx="1005840" cy="475488"/>
          </a:xfrm>
          <a:prstGeom xmlns:a="http://schemas.openxmlformats.org/drawingml/2006/main" prst="roundRect">
            <a:avLst>
              <a:gd name="adj" fmla="val 16026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0E0210-A915-4FC7-A560-28EA4441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56946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690511-A520-4684-B02D-B9A656AB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256946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289D05-A382-41C1-924D-D54E3847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624328"/>
            <a:ext cx="34747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F0E6B1-DF6C-4ADE-8214-3E4E58E8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011680"/>
            <a:ext cx="0" cy="21945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71CBD9-C3C0-4424-8848-6ECBE1C6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1901952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1D5C78-A3A8-4950-A364-B3D52BF7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218688"/>
            <a:ext cx="96012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4AB8B3-2606-4339-93DB-EB22589E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447288"/>
            <a:ext cx="411480" cy="384048"/>
          </a:xfrm>
          <a:prstGeom xmlns:a="http://schemas.openxmlformats.org/drawingml/2006/main" prst="roundRect">
            <a:avLst>
              <a:gd name="adj" fmla="val 19841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159A55-BFFB-4BB1-813A-4437DD41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3346704"/>
            <a:ext cx="-402336" cy="347472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927EC8-4D5B-4090-BA3C-0CA1DA72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46704"/>
            <a:ext cx="512064" cy="-438912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880F7D-1B96-4CEC-9D5F-1E9BFAA9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6301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3295F2-16E8-4B3C-965D-069B36F5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281635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CF9149-0ED6-4BB2-B45E-1D5C424F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4133088"/>
            <a:ext cx="-109728" cy="4572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A2FBCF-9319-4208-9CCE-0DD97ECE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064" y="4133088"/>
            <a:ext cx="109728" cy="4572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312079-8E64-4CA7-B125-69374DEA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337560"/>
            <a:ext cx="73152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35A"/>
                </a:solidFill>
                <a:latin typeface="Arial"/>
                <a:ea typeface="Arial"/>
                <a:cs typeface="Arial"/>
              </a:rPr>
              <a:t>🤝</a:t>
            </a:r>
          </a:p>
        </p:txBody>
      </p:sp>
    </p:spTree>
    <p:extLst>
      <p:ext uri="{BB962C8B-B14F-4D97-AF65-F5344CB8AC3E}">
        <p14:creationId xmlns:p14="http://schemas.microsoft.com/office/powerpoint/2010/main" val="78127058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06D5C-573A-4798-BCB0-370A7AB0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6ADF7-1D61-4A65-B626-CDA2EE29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3A2FB-63FF-4A92-B0EA-28D154F9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2A4ED-E811-4B87-97D8-D3A6B078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549BA-B673-44D6-8A87-F53665EC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942FC-5686-4CC3-8F3B-EACD0F4F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D9EF0-BB1F-4A0F-A548-ECC48EDD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D8395-BA13-4480-9265-60A40985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F2B45-266E-4F0B-AB71-18591806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D9DBB-4DD6-4CA2-86B6-3EADD0AD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1EEAB-2CF7-44A5-BEDB-1BAAA3C1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09979-1591-4AF5-AA30-48F1306A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7D925-BD47-4F71-B6BD-F63BF2D8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9F4"/>
          </a:solidFill>
          <a:ln xmlns:a="http://schemas.openxmlformats.org/drawingml/2006/main" w="0">
            <a:solidFill>
              <a:srgbClr val="45B9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E072B-5C5E-449D-99DC-7CAEEE29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608F2-C3A1-4755-93D1-D990D2EE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Belki Geleceğin</a:t>
            </a:r>
          </a:p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Mühendisi Sensin!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419D4-3E15-4A23-BF99-40F34625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AA843-7B24-4DB9-B977-1E661368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C9963-3171-4AE7-910C-87B56CB3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2B8CF-D8B4-42A8-9AC8-50F1CF4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5281D-381C-465C-B36D-100DFCB2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31D4C-ECA8-4222-80C5-35DF1C29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15F2C-2631-46FF-A80A-35B89530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0AA4E-10B7-445F-BC10-0AFA9DDC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98333-B696-4437-817C-E4EBA732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F37A8D-109C-447A-96D6-91724EFD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BA525-816D-49AF-8E02-C2C0D651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A7869F-627F-4BE1-9D9A-BCDF0782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07C06-6132-4AE9-9E60-32D1AD56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A8B8CF-A088-4AD4-9AC9-46C8F978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285290-E17E-4FFC-8289-CCB9AB79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4D7499-6364-4E2F-BF78-2F24866F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846" y="2176272"/>
            <a:ext cx="904342" cy="9043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361B77-82E6-4BC3-BD78-E13B90BA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846" y="2092147"/>
            <a:ext cx="904342" cy="546811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ECFAC4-90DF-44A5-BD5E-346073B3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2533802"/>
            <a:ext cx="84125" cy="84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AD015C-95A0-47E5-B4B2-C1367C46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720" y="2533802"/>
            <a:ext cx="84125" cy="84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45EA64-3A40-44D4-AFA8-BA96500A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861" y="2617927"/>
            <a:ext cx="252374" cy="189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9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8EE67A-4BA9-4ECA-8D00-3FD26614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174" y="3049067"/>
            <a:ext cx="1156716" cy="1104138"/>
          </a:xfrm>
          <a:prstGeom xmlns:a="http://schemas.openxmlformats.org/drawingml/2006/main" prst="roundRect">
            <a:avLst>
              <a:gd name="adj" fmla="val 6901"/>
            </a:avLst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96CF1D-4913-4449-BEAA-8815D7A2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362" y="3280410"/>
            <a:ext cx="-399593" cy="46268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5393F6-F35E-4B3C-A5D3-287C6EF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3280410"/>
            <a:ext cx="399593" cy="46268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A3AFF0-F8CB-4C39-9795-43B81838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993392"/>
            <a:ext cx="943661" cy="9436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BAEC0E-AED1-43BF-B624-CA578EF8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905610"/>
            <a:ext cx="943661" cy="570586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3A2518"/>
          </a:solidFill>
          <a:ln xmlns:a="http://schemas.openxmlformats.org/drawingml/2006/main" w="0">
            <a:solidFill>
              <a:srgbClr val="3A251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9E0F56-C336-4EC6-A12B-65BB40F8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366467"/>
            <a:ext cx="87782" cy="87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13FD8F-B405-4572-A950-368DEA25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405" y="2366467"/>
            <a:ext cx="87782" cy="877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E9FB24-9097-4770-A801-DBF70B61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030" y="2454250"/>
            <a:ext cx="263347" cy="197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72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178F5E-190B-4AC7-82BD-6BCB3735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227" y="2904134"/>
            <a:ext cx="1207008" cy="1152144"/>
          </a:xfrm>
          <a:prstGeom xmlns:a="http://schemas.openxmlformats.org/drawingml/2006/main" prst="roundRect">
            <a:avLst>
              <a:gd name="adj" fmla="val 6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A2B220-84AA-4F9E-9945-A6D44F52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01" y="3145536"/>
            <a:ext cx="-416966" cy="48280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1D5514-198D-4EDE-AEE0-8B01F995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145536"/>
            <a:ext cx="416966" cy="48280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7025C1-A5CF-4A2E-A39A-EB1DF2B0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405" y="1938528"/>
            <a:ext cx="1536192" cy="1126541"/>
          </a:xfrm>
          <a:prstGeom xmlns:a="http://schemas.openxmlformats.org/drawingml/2006/main" prst="roundRect">
            <a:avLst>
              <a:gd name="adj" fmla="val 676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ED4388-4949-4B6A-BA9D-5C466F65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230" y="2184319"/>
            <a:ext cx="1126541" cy="532547"/>
          </a:xfrm>
          <a:prstGeom xmlns:a="http://schemas.openxmlformats.org/drawingml/2006/main" prst="roundRect">
            <a:avLst>
              <a:gd name="adj" fmla="val 14309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B93C8C-2FB1-4011-8A0B-8F19DD5C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780" y="2337938"/>
            <a:ext cx="163860" cy="163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227A7B-FB23-4EDD-8885-817862E3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361" y="2337938"/>
            <a:ext cx="163860" cy="163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1D41DC-C1FB-474B-9EE0-7496E48B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158" y="2399386"/>
            <a:ext cx="389169" cy="225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0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100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6D2CE4-A4F5-41AD-A7AF-78FD5CC9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501" y="1713220"/>
            <a:ext cx="0" cy="245791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3918F3-21D4-4128-B2D1-6BD2ADDA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5571" y="1590324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F04C73-4916-4E65-AB1F-B81A6134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954" y="3065069"/>
            <a:ext cx="1075334" cy="1024128"/>
          </a:xfrm>
          <a:prstGeom xmlns:a="http://schemas.openxmlformats.org/drawingml/2006/main" prst="roundRect">
            <a:avLst>
              <a:gd name="adj" fmla="val 7440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21CF25-1205-4EF0-90CE-0DC5A9F9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193" y="3321101"/>
            <a:ext cx="460858" cy="430134"/>
          </a:xfrm>
          <a:prstGeom xmlns:a="http://schemas.openxmlformats.org/drawingml/2006/main" prst="roundRect">
            <a:avLst>
              <a:gd name="adj" fmla="val 17715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5A8BE4-03AD-4218-A154-D88A65EE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919" y="3208447"/>
            <a:ext cx="-450616" cy="389169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BB2F49-6C35-4DF4-A220-2D4414F7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358" y="3208447"/>
            <a:ext cx="573512" cy="-491581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1496D0-7CD9-463E-89B2-F6B5A146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373" y="3525926"/>
            <a:ext cx="266273" cy="2662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ADD1D9-E3F4-4997-8168-B43235F5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699" y="2614452"/>
            <a:ext cx="286756" cy="2867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B67B8E-F21C-43A1-AF39-7A92D4B2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745" y="4089197"/>
            <a:ext cx="-122895" cy="51206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8BF247-C433-451C-A585-6A6B5D90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774" y="4089197"/>
            <a:ext cx="122895" cy="51206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AB5DF6-4DC0-41C2-A3C5-68080933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987552"/>
            <a:ext cx="6766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Belki Geleceğin</a:t>
            </a:r>
          </a:p>
          <a:p xmlns:a="http://schemas.openxmlformats.org/drawingml/2006/main">
            <a:pPr algn="ctr">
              <a:defRPr sz="2550" b="1">
                <a:solidFill>
                  <a:srgbClr val="2457D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57D6"/>
                </a:solidFill>
                <a:latin typeface="Arial"/>
                <a:ea typeface="Arial"/>
                <a:cs typeface="Arial"/>
              </a:rPr>
              <a:t>Mühendisi Sensin!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F6D5DF-09F6-4E61-8DED-728E017B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977640"/>
            <a:ext cx="7772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40" b="1">
                <a:solidFill>
                  <a:srgbClr val="FFD84D"/>
                </a:solidFill>
                <a:latin typeface="Arial"/>
                <a:ea typeface="Arial"/>
                <a:cs typeface="Arial"/>
              </a:defRPr>
            </a:pPr>
            <a:r>
              <a:rPr sz="2040" b="1">
                <a:solidFill>
                  <a:srgbClr val="FFD84D"/>
                </a:solidFill>
                <a:latin typeface="Arial"/>
                <a:ea typeface="Arial"/>
                <a:cs typeface="Arial"/>
              </a:rPr>
              <a:t>💡</a:t>
            </a:r>
          </a:p>
        </p:txBody>
      </p:sp>
    </p:spTree>
    <p:extLst>
      <p:ext uri="{BB962C8B-B14F-4D97-AF65-F5344CB8AC3E}">
        <p14:creationId xmlns:p14="http://schemas.microsoft.com/office/powerpoint/2010/main" val="30759274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A31666-DA5A-4181-959B-4E8779EF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F"/>
          </a:solidFill>
          <a:ln xmlns:a="http://schemas.openxmlformats.org/drawingml/2006/main" w="0">
            <a:solidFill>
              <a:srgbClr val="DFF5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6A19F-5AA9-42BE-81B3-52D28AF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91695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0FF"/>
          </a:solidFill>
          <a:ln xmlns:a="http://schemas.openxmlformats.org/drawingml/2006/main" w="0">
            <a:solidFill>
              <a:srgbClr val="C8F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1816F-D6B6-4A32-81E2-C168ADDA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02920"/>
            <a:ext cx="1554480" cy="715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ECD21-46BA-414E-BA69-B8AFE553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749808"/>
            <a:ext cx="1097280" cy="504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FC9B8-7D9F-4CEF-9A8F-66A78CA8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57200"/>
            <a:ext cx="1371600" cy="6309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422E8-CCD6-4547-9115-B19A21DE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77240"/>
            <a:ext cx="1051560" cy="4837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54048-E38A-4805-991C-C12E4713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51297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79B9D-FB46-4E24-AE7C-E7E967B2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663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BEA92-FCD2-4C04-8835-A096FA8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92354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04FCA-3C8F-46C2-B02E-BFF04E05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85546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BF863-4257-47B4-B96C-CAB4A936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586984"/>
            <a:ext cx="164592" cy="164592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solidFill>
              <a:srgbClr val="FFD8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D27F4-58ED-4465-8CA2-6AD63767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A0CD0-6625-4849-8147-74BBA963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DB381-F23E-4C1E-8F39-9080E2DF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1752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DBC92-F303-4F60-B04F-DCE43208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"/>
            <a:ext cx="996696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8288" tIns="0" rIns="18288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Teşekkürler!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79B72-AC91-48D3-B490-D7E7BE10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549" y="4251960"/>
            <a:ext cx="987552" cy="724205"/>
          </a:xfrm>
          <a:prstGeom xmlns:a="http://schemas.openxmlformats.org/drawingml/2006/main" prst="roundRect">
            <a:avLst>
              <a:gd name="adj" fmla="val 10522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4AE10-DE1B-4382-A500-F5768EBB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222" y="4409968"/>
            <a:ext cx="724205" cy="342351"/>
          </a:xfrm>
          <a:prstGeom xmlns:a="http://schemas.openxmlformats.org/drawingml/2006/main" prst="roundRect">
            <a:avLst>
              <a:gd name="adj" fmla="val 22258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482E2-BC0F-4479-8320-24E74DC5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647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66618-820D-414C-96DD-8E77AC40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4" y="4508724"/>
            <a:ext cx="105339" cy="105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9A03B-DAE5-43CC-9DCE-0CE3A232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819" y="4548226"/>
            <a:ext cx="250180" cy="14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8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648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3C634-C7F9-4598-BC55-B9889D15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325" y="4107119"/>
            <a:ext cx="0" cy="15800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38BC9-F4B9-490C-BB97-B303451F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55" y="4028115"/>
            <a:ext cx="118506" cy="1185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73A71-616D-4574-8340-805972A1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2973" y="4976165"/>
            <a:ext cx="691286" cy="658368"/>
          </a:xfrm>
          <a:prstGeom xmlns:a="http://schemas.openxmlformats.org/drawingml/2006/main" prst="roundRect">
            <a:avLst>
              <a:gd name="adj" fmla="val 11574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E7DEC1-4DF9-4C14-99A5-2D99CA21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484" y="5140757"/>
            <a:ext cx="296266" cy="276515"/>
          </a:xfrm>
          <a:prstGeom xmlns:a="http://schemas.openxmlformats.org/drawingml/2006/main" prst="roundRect">
            <a:avLst>
              <a:gd name="adj" fmla="val 27557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1BF3B3-9ABF-44C7-AD29-20570A4A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308" y="5068336"/>
            <a:ext cx="-289682" cy="2501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5D7FBF-1CBA-4BE8-BC98-C8E0076A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590" y="5068336"/>
            <a:ext cx="368686" cy="-316017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0A8D2C-7149-4E3E-91DD-C0C36439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7" y="5272430"/>
            <a:ext cx="171176" cy="171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95E4EA-8893-48A2-A558-F51AC9E3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023" y="4686483"/>
            <a:ext cx="184343" cy="1843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C96816-A838-4A0C-AFB8-309C1126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982" y="5634533"/>
            <a:ext cx="-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65E624-FC59-423C-87A6-E5335AFF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500" y="5634533"/>
            <a:ext cx="79004" cy="329184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B1E5CF-3A03-4973-91CE-1B9A82F4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" y="196596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C81436-7399-4F60-882A-6B7DB14B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490" y="2240280"/>
            <a:ext cx="1257300" cy="59436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01A3C"/>
          </a:solidFill>
          <a:ln xmlns:a="http://schemas.openxmlformats.org/drawingml/2006/main" w="9525">
            <a:solidFill>
              <a:srgbClr val="101A3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61E99D-B209-4E3A-B334-521747F1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241173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A8B710-FAC0-49F1-8B08-0413382C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241173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5FF"/>
          </a:solidFill>
          <a:ln xmlns:a="http://schemas.openxmlformats.org/drawingml/2006/main" w="0">
            <a:solidFill>
              <a:srgbClr val="54E5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8124A0-F36A-4D99-838E-90EEB10D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80310"/>
            <a:ext cx="434340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4E5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E5FF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A9D157-0A74-4615-B834-C8846351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140" y="1714500"/>
            <a:ext cx="0" cy="27432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C1384D-402C-49D1-9E49-BB353419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77340"/>
            <a:ext cx="205740" cy="205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B"/>
          </a:solidFill>
          <a:ln xmlns:a="http://schemas.openxmlformats.org/drawingml/2006/main" w="0">
            <a:solidFill>
              <a:srgbClr val="2457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E3F538-F720-4504-92B4-5ADCA988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" y="3223260"/>
            <a:ext cx="12001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57BD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5B828D-14EB-4EB0-997A-4A94C4FF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509010"/>
            <a:ext cx="514350" cy="48006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E7FAFF"/>
          </a:solidFill>
          <a:ln xmlns:a="http://schemas.openxmlformats.org/drawingml/2006/main" w="9525">
            <a:solidFill>
              <a:srgbClr val="8DDD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38005A-C605-4D25-8CB1-626A05BF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83280"/>
            <a:ext cx="-502920" cy="43434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9035E6-7F06-49FE-A393-106EA764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3383280"/>
            <a:ext cx="640080" cy="-54864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698F41-E140-49F5-997F-870C5E15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" y="3737610"/>
            <a:ext cx="297180" cy="2971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AE9549-A263-4339-B34F-FB9F33B2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034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DFF"/>
          </a:solidFill>
          <a:ln xmlns:a="http://schemas.openxmlformats.org/drawingml/2006/main" w="19050">
            <a:solidFill>
              <a:srgbClr val="2457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5CC79E-F4F3-45EF-A881-3F7E844C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66260"/>
            <a:ext cx="-137160" cy="571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01BD05-9C69-4E62-93E1-961CAB7A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366260"/>
            <a:ext cx="137160" cy="571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7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79A6C0-61F3-4E4C-8BEF-1C13E17D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842" y="2743200"/>
            <a:ext cx="825703" cy="825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E17747-EB32-430E-A20C-502BEC3E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842" y="2666390"/>
            <a:ext cx="825703" cy="499262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642BBD-6F5D-4255-AC72-51E34ADF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3069641"/>
            <a:ext cx="76810" cy="768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3DDA52-8AA3-4871-AD93-07A32F73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509" y="3069641"/>
            <a:ext cx="76810" cy="768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C9FA37-238B-407F-AC3A-ED8B395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682" y="3146450"/>
            <a:ext cx="230429" cy="172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18433B-C23C-4887-AAF3-3C3507B9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229" y="3540100"/>
            <a:ext cx="1056132" cy="1008126"/>
          </a:xfrm>
          <a:prstGeom xmlns:a="http://schemas.openxmlformats.org/drawingml/2006/main" prst="roundRect">
            <a:avLst>
              <a:gd name="adj" fmla="val 7559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solidFill>
              <a:srgbClr val="FF9F1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5493D3-3D2C-4627-8018-3B5C2DB2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443" y="3751326"/>
            <a:ext cx="-364846" cy="42245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E3D97A-F16D-4603-AEA5-38153804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3751326"/>
            <a:ext cx="364846" cy="42245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10ADF4-A080-4298-9EC1-13239D66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762" y="2743200"/>
            <a:ext cx="825703" cy="825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2A6"/>
          </a:solidFill>
          <a:ln xmlns:a="http://schemas.openxmlformats.org/drawingml/2006/main" w="9525">
            <a:solidFill>
              <a:srgbClr val="E4A06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F979F9-2DF5-4172-9692-A0DFAFF3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762" y="2666390"/>
            <a:ext cx="825703" cy="499262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B3A21"/>
          </a:solidFill>
          <a:ln xmlns:a="http://schemas.openxmlformats.org/drawingml/2006/main" w="0">
            <a:solidFill>
              <a:srgbClr val="6B3A2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320E03-BDB8-415A-A2A1-2AA8E76B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3069641"/>
            <a:ext cx="76810" cy="768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FB793B-F9B5-457D-841F-97073C8E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429" y="3069641"/>
            <a:ext cx="76810" cy="768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5A"/>
          </a:solidFill>
          <a:ln xmlns:a="http://schemas.openxmlformats.org/drawingml/2006/main" w="0">
            <a:solidFill>
              <a:srgbClr val="16235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0A77FE-B532-435E-8D5B-533B1731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602" y="3146450"/>
            <a:ext cx="230429" cy="172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F05252"/>
                </a:solidFill>
                <a:latin typeface="Arial"/>
                <a:ea typeface="Arial"/>
                <a:cs typeface="Arial"/>
              </a:defRPr>
            </a:pPr>
            <a:r>
              <a:rPr sz="630" b="1">
                <a:solidFill>
                  <a:srgbClr val="F05252"/>
                </a:solidFill>
                <a:latin typeface="Arial"/>
                <a:ea typeface="Arial"/>
                <a:cs typeface="Arial"/>
              </a:rPr>
              <a:t>⌣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68BA00-3E6B-41F0-9B71-636EBBCF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149" y="3540100"/>
            <a:ext cx="1056132" cy="1008126"/>
          </a:xfrm>
          <a:prstGeom xmlns:a="http://schemas.openxmlformats.org/drawingml/2006/main" prst="roundRect">
            <a:avLst>
              <a:gd name="adj" fmla="val 7559"/>
            </a:avLst>
          </a:prstGeom>
          <a:solidFill xmlns:a="http://schemas.openxmlformats.org/drawingml/2006/main">
            <a:srgbClr val="25B66B"/>
          </a:solidFill>
          <a:ln xmlns:a="http://schemas.openxmlformats.org/drawingml/2006/main" w="0">
            <a:solidFill>
              <a:srgbClr val="25B66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030ADE-CF11-4D00-B426-5BD3DCF4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363" y="3751326"/>
            <a:ext cx="-364846" cy="42245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C0EA16-C9C7-43FA-92B1-1F02EEAD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3751326"/>
            <a:ext cx="364846" cy="422453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FFD2A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294F7C-D3C7-4F08-B5F0-6F6595B7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331720"/>
            <a:ext cx="45720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35A"/>
                </a:solidFill>
                <a:latin typeface="Arial"/>
                <a:ea typeface="Arial"/>
                <a:cs typeface="Arial"/>
              </a:rPr>
              <a:t>Sorusu olan var mı?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5EB554-3A95-4AB7-AA61-6E09D2A6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3240"/>
            <a:ext cx="30175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3152" tIns="0" rIns="73152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6235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235A"/>
                </a:solidFill>
                <a:latin typeface="Arial"/>
                <a:ea typeface="Arial"/>
                <a:cs typeface="Arial"/>
              </a:rPr>
              <a:t>👏 👏 👏</a:t>
            </a:r>
          </a:p>
        </p:txBody>
      </p:sp>
    </p:spTree>
    <p:extLst>
      <p:ext uri="{BB962C8B-B14F-4D97-AF65-F5344CB8AC3E}">
        <p14:creationId xmlns:p14="http://schemas.microsoft.com/office/powerpoint/2010/main" val="1505617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2026-06-08T10:56:09.4260000Z</dcterms:created>
  <dcterms:modified xsi:type="dcterms:W3CDTF">2026-06-08T10:56:09.4260000Z</dcterms:modified>
</coreProperties>
</file>