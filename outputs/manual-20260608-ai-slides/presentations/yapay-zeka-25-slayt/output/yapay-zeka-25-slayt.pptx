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5a039c1cb8451d" /><Relationship Type="http://schemas.openxmlformats.org/officeDocument/2006/relationships/extended-properties" Target="/docProps/app.xml" Id="R480ba2ce26a849fa" /><Relationship Type="http://schemas.openxmlformats.org/officeDocument/2006/relationships/officeDocument" Target="/ppt/presentation.xml" Id="Rf6b4acf4d71f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abcd7bd70143d3"/>
  </p:sldMasterIdLst>
  <p:notesMasterIdLst>
    <p:notesMasterId xmlns:r="http://schemas.openxmlformats.org/officeDocument/2006/relationships" r:id="R70435972b05544d7"/>
  </p:notesMasterIdLst>
  <p:sldIdLst>
    <p:sldId xmlns:r="http://schemas.openxmlformats.org/officeDocument/2006/relationships" id="256" r:id="R160fb346be2b4f16"/>
    <p:sldId xmlns:r="http://schemas.openxmlformats.org/officeDocument/2006/relationships" id="257" r:id="Rb68b1ca193a84f45"/>
    <p:sldId xmlns:r="http://schemas.openxmlformats.org/officeDocument/2006/relationships" id="258" r:id="Rac07d79fde7643f2"/>
    <p:sldId xmlns:r="http://schemas.openxmlformats.org/officeDocument/2006/relationships" id="259" r:id="R1917fbdfa65845b7"/>
    <p:sldId xmlns:r="http://schemas.openxmlformats.org/officeDocument/2006/relationships" id="260" r:id="R58dab87f1a73495c"/>
    <p:sldId xmlns:r="http://schemas.openxmlformats.org/officeDocument/2006/relationships" id="261" r:id="R0ce86f109a4f4772"/>
    <p:sldId xmlns:r="http://schemas.openxmlformats.org/officeDocument/2006/relationships" id="262" r:id="R2661b5b8af134504"/>
    <p:sldId xmlns:r="http://schemas.openxmlformats.org/officeDocument/2006/relationships" id="263" r:id="Re7969e6b9c664e98"/>
    <p:sldId xmlns:r="http://schemas.openxmlformats.org/officeDocument/2006/relationships" id="264" r:id="R7d824bead3c543f6"/>
    <p:sldId xmlns:r="http://schemas.openxmlformats.org/officeDocument/2006/relationships" id="265" r:id="Re18382abce0a43d1"/>
    <p:sldId xmlns:r="http://schemas.openxmlformats.org/officeDocument/2006/relationships" id="266" r:id="Re4e9b00f28274307"/>
    <p:sldId xmlns:r="http://schemas.openxmlformats.org/officeDocument/2006/relationships" id="267" r:id="Rdb1024c3e6cd42ab"/>
    <p:sldId xmlns:r="http://schemas.openxmlformats.org/officeDocument/2006/relationships" id="268" r:id="R8a4b455f3eec40d9"/>
    <p:sldId xmlns:r="http://schemas.openxmlformats.org/officeDocument/2006/relationships" id="269" r:id="Rb0796a1364914ef6"/>
    <p:sldId xmlns:r="http://schemas.openxmlformats.org/officeDocument/2006/relationships" id="270" r:id="Rd69f3bd2d5c8483d"/>
    <p:sldId xmlns:r="http://schemas.openxmlformats.org/officeDocument/2006/relationships" id="271" r:id="Refe20a83827e4e7c"/>
    <p:sldId xmlns:r="http://schemas.openxmlformats.org/officeDocument/2006/relationships" id="272" r:id="R5990394587c147b6"/>
    <p:sldId xmlns:r="http://schemas.openxmlformats.org/officeDocument/2006/relationships" id="273" r:id="R2b041b81c8a74b53"/>
    <p:sldId xmlns:r="http://schemas.openxmlformats.org/officeDocument/2006/relationships" id="274" r:id="R2d2bf549a8274100"/>
    <p:sldId xmlns:r="http://schemas.openxmlformats.org/officeDocument/2006/relationships" id="275" r:id="Ra993054a1c16403c"/>
    <p:sldId xmlns:r="http://schemas.openxmlformats.org/officeDocument/2006/relationships" id="276" r:id="R0b87628b4ee241c4"/>
    <p:sldId xmlns:r="http://schemas.openxmlformats.org/officeDocument/2006/relationships" id="277" r:id="R918eb57aaa054fa9"/>
    <p:sldId xmlns:r="http://schemas.openxmlformats.org/officeDocument/2006/relationships" id="278" r:id="Raa6883c605e345db"/>
    <p:sldId xmlns:r="http://schemas.openxmlformats.org/officeDocument/2006/relationships" id="279" r:id="R92f62364f79c4518"/>
    <p:sldId xmlns:r="http://schemas.openxmlformats.org/officeDocument/2006/relationships" id="280" r:id="R0812fed62ff44c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42d120c5914299" /><Relationship Type="http://schemas.openxmlformats.org/officeDocument/2006/relationships/slideMaster" Target="/ppt/slideMasters/slideMaster1.xml" Id="R20abcd7bd70143d3" /><Relationship Type="http://schemas.openxmlformats.org/officeDocument/2006/relationships/notesMaster" Target="/ppt/notesMasters/notesMaster1.xml" Id="R70435972b05544d7" /><Relationship Type="http://schemas.openxmlformats.org/officeDocument/2006/relationships/presProps" Target="/ppt/presProps.xml" Id="R02d3642ae9f04b0d" /><Relationship Type="http://schemas.openxmlformats.org/officeDocument/2006/relationships/viewProps" Target="/ppt/viewProps.xml" Id="R814e6f892c78444c" /><Relationship Type="http://schemas.openxmlformats.org/officeDocument/2006/relationships/tableStyles" Target="/ppt/tableStyles.xml" Id="Rc85ccf4356a746d8" /><Relationship Type="http://schemas.openxmlformats.org/officeDocument/2006/relationships/slide" Target="/ppt/slides/slide1.xml" Id="R160fb346be2b4f16" /><Relationship Type="http://schemas.openxmlformats.org/officeDocument/2006/relationships/slide" Target="/ppt/slides/slide2.xml" Id="Rb68b1ca193a84f45" /><Relationship Type="http://schemas.openxmlformats.org/officeDocument/2006/relationships/slide" Target="/ppt/slides/slide3.xml" Id="Rac07d79fde7643f2" /><Relationship Type="http://schemas.openxmlformats.org/officeDocument/2006/relationships/slide" Target="/ppt/slides/slide4.xml" Id="R1917fbdfa65845b7" /><Relationship Type="http://schemas.openxmlformats.org/officeDocument/2006/relationships/slide" Target="/ppt/slides/slide5.xml" Id="R58dab87f1a73495c" /><Relationship Type="http://schemas.openxmlformats.org/officeDocument/2006/relationships/slide" Target="/ppt/slides/slide6.xml" Id="R0ce86f109a4f4772" /><Relationship Type="http://schemas.openxmlformats.org/officeDocument/2006/relationships/slide" Target="/ppt/slides/slide7.xml" Id="R2661b5b8af134504" /><Relationship Type="http://schemas.openxmlformats.org/officeDocument/2006/relationships/slide" Target="/ppt/slides/slide8.xml" Id="Re7969e6b9c664e98" /><Relationship Type="http://schemas.openxmlformats.org/officeDocument/2006/relationships/slide" Target="/ppt/slides/slide9.xml" Id="R7d824bead3c543f6" /><Relationship Type="http://schemas.openxmlformats.org/officeDocument/2006/relationships/slide" Target="/ppt/slides/slide10.xml" Id="Re18382abce0a43d1" /><Relationship Type="http://schemas.openxmlformats.org/officeDocument/2006/relationships/slide" Target="/ppt/slides/slide11.xml" Id="Re4e9b00f28274307" /><Relationship Type="http://schemas.openxmlformats.org/officeDocument/2006/relationships/slide" Target="/ppt/slides/slide12.xml" Id="Rdb1024c3e6cd42ab" /><Relationship Type="http://schemas.openxmlformats.org/officeDocument/2006/relationships/slide" Target="/ppt/slides/slide13.xml" Id="R8a4b455f3eec40d9" /><Relationship Type="http://schemas.openxmlformats.org/officeDocument/2006/relationships/slide" Target="/ppt/slides/slide14.xml" Id="Rb0796a1364914ef6" /><Relationship Type="http://schemas.openxmlformats.org/officeDocument/2006/relationships/slide" Target="/ppt/slides/slide15.xml" Id="Rd69f3bd2d5c8483d" /><Relationship Type="http://schemas.openxmlformats.org/officeDocument/2006/relationships/slide" Target="/ppt/slides/slide16.xml" Id="Refe20a83827e4e7c" /><Relationship Type="http://schemas.openxmlformats.org/officeDocument/2006/relationships/slide" Target="/ppt/slides/slide17.xml" Id="R5990394587c147b6" /><Relationship Type="http://schemas.openxmlformats.org/officeDocument/2006/relationships/slide" Target="/ppt/slides/slide18.xml" Id="R2b041b81c8a74b53" /><Relationship Type="http://schemas.openxmlformats.org/officeDocument/2006/relationships/slide" Target="/ppt/slides/slide19.xml" Id="R2d2bf549a8274100" /><Relationship Type="http://schemas.openxmlformats.org/officeDocument/2006/relationships/slide" Target="/ppt/slides/slide20.xml" Id="Ra993054a1c16403c" /><Relationship Type="http://schemas.openxmlformats.org/officeDocument/2006/relationships/slide" Target="/ppt/slides/slide21.xml" Id="R0b87628b4ee241c4" /><Relationship Type="http://schemas.openxmlformats.org/officeDocument/2006/relationships/slide" Target="/ppt/slides/slide22.xml" Id="R918eb57aaa054fa9" /><Relationship Type="http://schemas.openxmlformats.org/officeDocument/2006/relationships/slide" Target="/ppt/slides/slide23.xml" Id="Raa6883c605e345db" /><Relationship Type="http://schemas.openxmlformats.org/officeDocument/2006/relationships/slide" Target="/ppt/slides/slide24.xml" Id="R92f62364f79c4518" /><Relationship Type="http://schemas.openxmlformats.org/officeDocument/2006/relationships/slide" Target="/ppt/slides/slide25.xml" Id="R0812fed62ff44c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eefa4c4895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a6a734b5184dfb" /><Relationship Type="http://schemas.openxmlformats.org/officeDocument/2006/relationships/notesMaster" Target="/ppt/notesMasters/notesMaster1.xml" Id="Rfb0c649edf484a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472f8440d04e37" /><Relationship Type="http://schemas.openxmlformats.org/officeDocument/2006/relationships/notesMaster" Target="/ppt/notesMasters/notesMaster1.xml" Id="Re78c9e16399b41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18991d0b2e476c" /><Relationship Type="http://schemas.openxmlformats.org/officeDocument/2006/relationships/notesMaster" Target="/ppt/notesMasters/notesMaster1.xml" Id="Re78822e3062447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d0c41fb7d34536" /><Relationship Type="http://schemas.openxmlformats.org/officeDocument/2006/relationships/notesMaster" Target="/ppt/notesMasters/notesMaster1.xml" Id="Rcbc54c5d5ef246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2440e4c7a64c18" /><Relationship Type="http://schemas.openxmlformats.org/officeDocument/2006/relationships/notesMaster" Target="/ppt/notesMasters/notesMaster1.xml" Id="R70f764bf0b11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bdc19fce9148ad" /><Relationship Type="http://schemas.openxmlformats.org/officeDocument/2006/relationships/notesMaster" Target="/ppt/notesMasters/notesMaster1.xml" Id="Rf62897beb80142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7d9bd42c194119" /><Relationship Type="http://schemas.openxmlformats.org/officeDocument/2006/relationships/notesMaster" Target="/ppt/notesMasters/notesMaster1.xml" Id="R808f13dbe18c4e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3e5728928743f7" /><Relationship Type="http://schemas.openxmlformats.org/officeDocument/2006/relationships/notesMaster" Target="/ppt/notesMasters/notesMaster1.xml" Id="R59df5dbfa1284a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fcc182bb054bd5" /><Relationship Type="http://schemas.openxmlformats.org/officeDocument/2006/relationships/notesMaster" Target="/ppt/notesMasters/notesMaster1.xml" Id="Re7bbc9be047c48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6ec3d871824eb6" /><Relationship Type="http://schemas.openxmlformats.org/officeDocument/2006/relationships/notesMaster" Target="/ppt/notesMasters/notesMaster1.xml" Id="Rca3980c82af646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82e26117ef4fe8" /><Relationship Type="http://schemas.openxmlformats.org/officeDocument/2006/relationships/notesMaster" Target="/ppt/notesMasters/notesMaster1.xml" Id="R301606a26afe46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e93ca4a34540e1" /><Relationship Type="http://schemas.openxmlformats.org/officeDocument/2006/relationships/notesMaster" Target="/ppt/notesMasters/notesMaster1.xml" Id="Re5e1b533f95448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6d0ae1b15e42dc" /><Relationship Type="http://schemas.openxmlformats.org/officeDocument/2006/relationships/notesMaster" Target="/ppt/notesMasters/notesMaster1.xml" Id="R3d01aaccc5f94c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9a7bbf47af4204" /><Relationship Type="http://schemas.openxmlformats.org/officeDocument/2006/relationships/notesMaster" Target="/ppt/notesMasters/notesMaster1.xml" Id="Re1a7ecbea7db4c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21daef42ec4d5e" /><Relationship Type="http://schemas.openxmlformats.org/officeDocument/2006/relationships/notesMaster" Target="/ppt/notesMasters/notesMaster1.xml" Id="R4672e0901bdb4b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4a0499beea422e" /><Relationship Type="http://schemas.openxmlformats.org/officeDocument/2006/relationships/notesMaster" Target="/ppt/notesMasters/notesMaster1.xml" Id="Ra0b377d364e543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f64707a158468f" /><Relationship Type="http://schemas.openxmlformats.org/officeDocument/2006/relationships/notesMaster" Target="/ppt/notesMasters/notesMaster1.xml" Id="Rfe3c1665365f48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64a5747557407c" /><Relationship Type="http://schemas.openxmlformats.org/officeDocument/2006/relationships/notesMaster" Target="/ppt/notesMasters/notesMaster1.xml" Id="Rdd931cb3b56d4c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b5a8e97add4584" /><Relationship Type="http://schemas.openxmlformats.org/officeDocument/2006/relationships/notesMaster" Target="/ppt/notesMasters/notesMaster1.xml" Id="Rd4694233c97d437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ff31d8229b4d31" /><Relationship Type="http://schemas.openxmlformats.org/officeDocument/2006/relationships/notesMaster" Target="/ppt/notesMasters/notesMaster1.xml" Id="R33e30a9fc7264e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fe8b10081e4f00" /><Relationship Type="http://schemas.openxmlformats.org/officeDocument/2006/relationships/notesMaster" Target="/ppt/notesMasters/notesMaster1.xml" Id="R7ff0fc7c49eb418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dcc476defe4a59" /><Relationship Type="http://schemas.openxmlformats.org/officeDocument/2006/relationships/notesMaster" Target="/ppt/notesMasters/notesMaster1.xml" Id="R1fb79b2754554fd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80f18f914b4197" /><Relationship Type="http://schemas.openxmlformats.org/officeDocument/2006/relationships/notesMaster" Target="/ppt/notesMasters/notesMaster1.xml" Id="Re8b0ba6188ad42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f4ea6e0a334230" /><Relationship Type="http://schemas.openxmlformats.org/officeDocument/2006/relationships/notesMaster" Target="/ppt/notesMasters/notesMaster1.xml" Id="R6d0a214a62ac4f3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f5ddbf2fd734a17" /><Relationship Type="http://schemas.openxmlformats.org/officeDocument/2006/relationships/notesMaster" Target="/ppt/notesMasters/notesMaster1.xml" Id="Rc721b4610c3542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4779d700142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91f0776cd54cfa" /><Relationship Type="http://schemas.openxmlformats.org/officeDocument/2006/relationships/slideLayout" Target="/ppt/slideLayouts/slideLayout1.xml" Id="Rcfd73366088346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d73366088346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a498efe2145f4" /><Relationship Type="http://schemas.openxmlformats.org/officeDocument/2006/relationships/image" Target="/ppt/media/image.jpeg" Id="R22591e1955b14ae4" /><Relationship Type="http://schemas.openxmlformats.org/officeDocument/2006/relationships/notesSlide" Target="/ppt/notesSlides/notesSlide1.xml" Id="R8bfeb3ab973e44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99e3d4abc4455" /><Relationship Type="http://schemas.openxmlformats.org/officeDocument/2006/relationships/image" Target="/ppt/media/image2.jpeg" Id="R67441524fcdc4e12" /><Relationship Type="http://schemas.openxmlformats.org/officeDocument/2006/relationships/notesSlide" Target="/ppt/notesSlides/notesSlide2.xml" Id="R2780d750b0dd4b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a3f85cf9b4fb3" /><Relationship Type="http://schemas.openxmlformats.org/officeDocument/2006/relationships/image" Target="/ppt/media/image3.jpeg" Id="R3ae7bde02de24dd9" /><Relationship Type="http://schemas.openxmlformats.org/officeDocument/2006/relationships/notesSlide" Target="/ppt/notesSlides/notesSlide3.xml" Id="Rad08fbb7d31843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1f3f12ec34de2" /><Relationship Type="http://schemas.openxmlformats.org/officeDocument/2006/relationships/image" Target="/ppt/media/image4.jpeg" Id="Rddaa610443b9480c" /><Relationship Type="http://schemas.openxmlformats.org/officeDocument/2006/relationships/notesSlide" Target="/ppt/notesSlides/notesSlide4.xml" Id="Rc499b9d08e064c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1ecff60d34937" /><Relationship Type="http://schemas.openxmlformats.org/officeDocument/2006/relationships/image" Target="/ppt/media/image5.jpeg" Id="R41266d55f36b44e3" /><Relationship Type="http://schemas.openxmlformats.org/officeDocument/2006/relationships/notesSlide" Target="/ppt/notesSlides/notesSlide5.xml" Id="R917a1fea609843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c3ae9d6bb47b0" /><Relationship Type="http://schemas.openxmlformats.org/officeDocument/2006/relationships/image" Target="/ppt/media/image6.jpeg" Id="Rb11d0e36536741a3" /><Relationship Type="http://schemas.openxmlformats.org/officeDocument/2006/relationships/notesSlide" Target="/ppt/notesSlides/notesSlide6.xml" Id="R61dd3e959f3b44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4298f09304da5" /><Relationship Type="http://schemas.openxmlformats.org/officeDocument/2006/relationships/image" Target="/ppt/media/image7.jpeg" Id="R6dd16f1a48dd488c" /><Relationship Type="http://schemas.openxmlformats.org/officeDocument/2006/relationships/notesSlide" Target="/ppt/notesSlides/notesSlide7.xml" Id="R73604ab1c64343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208f3e2ed4a60" /><Relationship Type="http://schemas.openxmlformats.org/officeDocument/2006/relationships/image" Target="/ppt/media/image8.jpeg" Id="R8ae50984c61a4892" /><Relationship Type="http://schemas.openxmlformats.org/officeDocument/2006/relationships/notesSlide" Target="/ppt/notesSlides/notesSlide8.xml" Id="R73af70b5a9884e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fe2dc62fe4c3d" /><Relationship Type="http://schemas.openxmlformats.org/officeDocument/2006/relationships/image" Target="/ppt/media/image9.jpeg" Id="R26042c58c9db4cdc" /><Relationship Type="http://schemas.openxmlformats.org/officeDocument/2006/relationships/notesSlide" Target="/ppt/notesSlides/notesSlide9.xml" Id="R7664d752f1944f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a48de938a41f3" /><Relationship Type="http://schemas.openxmlformats.org/officeDocument/2006/relationships/image" Target="/ppt/media/image10.jpeg" Id="R5c7ee08db3af4769" /><Relationship Type="http://schemas.openxmlformats.org/officeDocument/2006/relationships/notesSlide" Target="/ppt/notesSlides/notesSlide10.xml" Id="R9c6bb88d3aa44b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051ae458544f2" /><Relationship Type="http://schemas.openxmlformats.org/officeDocument/2006/relationships/image" Target="/ppt/media/image11.jpeg" Id="Ra9b1fb82e9a044b7" /><Relationship Type="http://schemas.openxmlformats.org/officeDocument/2006/relationships/notesSlide" Target="/ppt/notesSlides/notesSlide11.xml" Id="R80f6a955b9334e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90f3a267142fb" /><Relationship Type="http://schemas.openxmlformats.org/officeDocument/2006/relationships/image" Target="/ppt/media/image12.jpeg" Id="R06ff622911364a1e" /><Relationship Type="http://schemas.openxmlformats.org/officeDocument/2006/relationships/notesSlide" Target="/ppt/notesSlides/notesSlide12.xml" Id="R1a48db5723a040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9c38f5db84780" /><Relationship Type="http://schemas.openxmlformats.org/officeDocument/2006/relationships/image" Target="/ppt/media/image13.jpeg" Id="R80655a6b05344a54" /><Relationship Type="http://schemas.openxmlformats.org/officeDocument/2006/relationships/notesSlide" Target="/ppt/notesSlides/notesSlide13.xml" Id="R4325965c682040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c044696fc4732" /><Relationship Type="http://schemas.openxmlformats.org/officeDocument/2006/relationships/image" Target="/ppt/media/image14.jpeg" Id="Rd61543723be84def" /><Relationship Type="http://schemas.openxmlformats.org/officeDocument/2006/relationships/notesSlide" Target="/ppt/notesSlides/notesSlide14.xml" Id="R3718b775f71b41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50341c3f54d17" /><Relationship Type="http://schemas.openxmlformats.org/officeDocument/2006/relationships/image" Target="/ppt/media/image15.jpeg" Id="R2a34f78dce594882" /><Relationship Type="http://schemas.openxmlformats.org/officeDocument/2006/relationships/notesSlide" Target="/ppt/notesSlides/notesSlide15.xml" Id="R9fdd9a80cd784c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4c1813962465b" /><Relationship Type="http://schemas.openxmlformats.org/officeDocument/2006/relationships/image" Target="/ppt/media/image16.jpeg" Id="R1224069f03674a49" /><Relationship Type="http://schemas.openxmlformats.org/officeDocument/2006/relationships/notesSlide" Target="/ppt/notesSlides/notesSlide16.xml" Id="R405d9b0b067a40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53df4548d473d" /><Relationship Type="http://schemas.openxmlformats.org/officeDocument/2006/relationships/image" Target="/ppt/media/image17.jpeg" Id="R5c1136502a0844f9" /><Relationship Type="http://schemas.openxmlformats.org/officeDocument/2006/relationships/notesSlide" Target="/ppt/notesSlides/notesSlide17.xml" Id="R1afe7c8358a546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eb1b6277e47fb" /><Relationship Type="http://schemas.openxmlformats.org/officeDocument/2006/relationships/image" Target="/ppt/media/image18.jpeg" Id="R421477930e14435b" /><Relationship Type="http://schemas.openxmlformats.org/officeDocument/2006/relationships/notesSlide" Target="/ppt/notesSlides/notesSlide18.xml" Id="R693e39bb84374c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6efe373dc47a0" /><Relationship Type="http://schemas.openxmlformats.org/officeDocument/2006/relationships/image" Target="/ppt/media/image19.jpeg" Id="Raa5c98627e6041d3" /><Relationship Type="http://schemas.openxmlformats.org/officeDocument/2006/relationships/notesSlide" Target="/ppt/notesSlides/notesSlide19.xml" Id="Rf9792dae2ec048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4105ddeb04486" /><Relationship Type="http://schemas.openxmlformats.org/officeDocument/2006/relationships/image" Target="/ppt/media/image20.jpeg" Id="R585ca74e91244fd2" /><Relationship Type="http://schemas.openxmlformats.org/officeDocument/2006/relationships/notesSlide" Target="/ppt/notesSlides/notesSlide20.xml" Id="R65f5db58fc7c48e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3b07c5c8c49c5" /><Relationship Type="http://schemas.openxmlformats.org/officeDocument/2006/relationships/image" Target="/ppt/media/image21.jpeg" Id="Rfc44ee721f6948b2" /><Relationship Type="http://schemas.openxmlformats.org/officeDocument/2006/relationships/notesSlide" Target="/ppt/notesSlides/notesSlide21.xml" Id="Rd7b478ccc31d42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f4bdc9074471a" /><Relationship Type="http://schemas.openxmlformats.org/officeDocument/2006/relationships/image" Target="/ppt/media/image22.jpeg" Id="Rc5b15bcf76474f4a" /><Relationship Type="http://schemas.openxmlformats.org/officeDocument/2006/relationships/notesSlide" Target="/ppt/notesSlides/notesSlide22.xml" Id="R74df5be4393a4b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f0fe9eb304cb5" /><Relationship Type="http://schemas.openxmlformats.org/officeDocument/2006/relationships/image" Target="/ppt/media/image23.jpeg" Id="Re568536af81642bb" /><Relationship Type="http://schemas.openxmlformats.org/officeDocument/2006/relationships/notesSlide" Target="/ppt/notesSlides/notesSlide23.xml" Id="Rd56d08f0d0654f9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a00c1489f4c5b" /><Relationship Type="http://schemas.openxmlformats.org/officeDocument/2006/relationships/image" Target="/ppt/media/image24.jpeg" Id="R08d1b7e2df6f4468" /><Relationship Type="http://schemas.openxmlformats.org/officeDocument/2006/relationships/notesSlide" Target="/ppt/notesSlides/notesSlide24.xml" Id="R137ae3005338492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1be1223304a42" /><Relationship Type="http://schemas.openxmlformats.org/officeDocument/2006/relationships/image" Target="/ppt/media/image25.jpeg" Id="Rbba1c97cf4594766" /><Relationship Type="http://schemas.openxmlformats.org/officeDocument/2006/relationships/notesSlide" Target="/ppt/notesSlides/notesSlide25.xml" Id="Re139d73e50c342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91e1955b14ae4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810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41524fcdc4e12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54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7bde02de24dd9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265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a610443b9480c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551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66d55f36b44e3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214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d0e36536741a3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427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16f1a48dd488c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371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50984c61a4892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52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42c58c9db4cdc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117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ee08db3af4769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511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1fb82e9a044b7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393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f622911364a1e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817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55a6b05344a54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8136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543723be84def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9331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4f78dce594882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156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4069f03674a49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8863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136502a0844f9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2995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477930e14435b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943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c98627e6041d3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9814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ca74e91244fd2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1620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4ee721f6948b2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71739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15bcf76474f4a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3200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8536af81642bb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5763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1b7e2df6f4468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6587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1c97cf4594766"/>
          <a:stretch xmlns:a="http://schemas.openxmlformats.org/drawingml/2006/main"/>
        </p:blipFill>
        <p:spPr>
          <a:xfrm xmlns:a="http://schemas.openxmlformats.org/drawingml/2006/main">
            <a:off x="935691" y="0"/>
            <a:ext cx="1032061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48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2026-06-08T10:40:24.1800000Z</dcterms:created>
  <dcterms:modified xsi:type="dcterms:W3CDTF">2026-06-08T10:40:24.1800000Z</dcterms:modified>
</coreProperties>
</file>